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256" r:id="rId2"/>
    <p:sldId id="263" r:id="rId3"/>
    <p:sldId id="260" r:id="rId4"/>
    <p:sldId id="261" r:id="rId5"/>
    <p:sldId id="262" r:id="rId6"/>
    <p:sldId id="264" r:id="rId7"/>
    <p:sldId id="265" r:id="rId8"/>
    <p:sldId id="267" r:id="rId9"/>
    <p:sldId id="268" r:id="rId10"/>
    <p:sldId id="269" r:id="rId11"/>
    <p:sldId id="266" r:id="rId12"/>
    <p:sldId id="270" r:id="rId13"/>
    <p:sldId id="272" r:id="rId14"/>
    <p:sldId id="271" r:id="rId15"/>
    <p:sldId id="277" r:id="rId16"/>
    <p:sldId id="273" r:id="rId17"/>
    <p:sldId id="275" r:id="rId18"/>
    <p:sldId id="274"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CBDEE1-9000-4EEC-906B-D011CFD97BDE}">
          <p14:sldIdLst>
            <p14:sldId id="256"/>
            <p14:sldId id="263"/>
            <p14:sldId id="260"/>
            <p14:sldId id="261"/>
            <p14:sldId id="262"/>
            <p14:sldId id="264"/>
            <p14:sldId id="265"/>
            <p14:sldId id="267"/>
            <p14:sldId id="268"/>
            <p14:sldId id="269"/>
            <p14:sldId id="266"/>
            <p14:sldId id="270"/>
            <p14:sldId id="272"/>
            <p14:sldId id="271"/>
            <p14:sldId id="277"/>
            <p14:sldId id="273"/>
            <p14:sldId id="275"/>
            <p14:sldId id="274"/>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04040"/>
    <a:srgbClr val="971B2F"/>
    <a:srgbClr val="13322B"/>
    <a:srgbClr val="205732"/>
    <a:srgbClr val="BA0C2E"/>
    <a:srgbClr val="B5E3D8"/>
    <a:srgbClr val="D9D9D6"/>
    <a:srgbClr val="007D8A"/>
    <a:srgbClr val="B5E4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78095"/>
  </p:normalViewPr>
  <p:slideViewPr>
    <p:cSldViewPr snapToGrid="0">
      <p:cViewPr>
        <p:scale>
          <a:sx n="66" d="100"/>
          <a:sy n="66" d="100"/>
        </p:scale>
        <p:origin x="1080" y="173"/>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2" d="100"/>
          <a:sy n="92" d="100"/>
        </p:scale>
        <p:origin x="280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E6444D-4F96-B54F-2F0C-8477BB999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C6BE9A3-D4C4-CD71-934E-4B7C1EEC33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9C31D1-F6C7-FF4B-AD3A-17F5D0D21F72}" type="datetimeFigureOut">
              <a:rPr lang="en-US" smtClean="0"/>
              <a:t>5/7/2026</a:t>
            </a:fld>
            <a:endParaRPr lang="en-US"/>
          </a:p>
        </p:txBody>
      </p:sp>
      <p:sp>
        <p:nvSpPr>
          <p:cNvPr id="4" name="Footer Placeholder 3">
            <a:extLst>
              <a:ext uri="{FF2B5EF4-FFF2-40B4-BE49-F238E27FC236}">
                <a16:creationId xmlns:a16="http://schemas.microsoft.com/office/drawing/2014/main" id="{9D2D42C9-313D-479D-48BC-75FB4D4B5D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36A5797-9976-C9E4-3A18-3083B8F3AC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28C5FD-AE08-2547-A598-B51DF2D9E362}" type="slidenum">
              <a:rPr lang="en-US" smtClean="0"/>
              <a:t>‹#›</a:t>
            </a:fld>
            <a:endParaRPr lang="en-US"/>
          </a:p>
        </p:txBody>
      </p:sp>
    </p:spTree>
    <p:extLst>
      <p:ext uri="{BB962C8B-B14F-4D97-AF65-F5344CB8AC3E}">
        <p14:creationId xmlns:p14="http://schemas.microsoft.com/office/powerpoint/2010/main" val="116247710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C568A-551D-3040-99FC-5B4E212DE967}"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5BB17E-0717-4E49-B356-DBC311C812EC}" type="slidenum">
              <a:rPr lang="en-US" smtClean="0"/>
              <a:t>‹#›</a:t>
            </a:fld>
            <a:endParaRPr lang="en-US"/>
          </a:p>
        </p:txBody>
      </p:sp>
    </p:spTree>
    <p:extLst>
      <p:ext uri="{BB962C8B-B14F-4D97-AF65-F5344CB8AC3E}">
        <p14:creationId xmlns:p14="http://schemas.microsoft.com/office/powerpoint/2010/main" val="224688059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5BB17E-0717-4E49-B356-DBC311C812EC}" type="slidenum">
              <a:rPr lang="en-US" smtClean="0"/>
              <a:t>1</a:t>
            </a:fld>
            <a:endParaRPr lang="en-US"/>
          </a:p>
        </p:txBody>
      </p:sp>
      <p:sp>
        <p:nvSpPr>
          <p:cNvPr id="5" name="Footer Placeholder 4">
            <a:extLst>
              <a:ext uri="{FF2B5EF4-FFF2-40B4-BE49-F238E27FC236}">
                <a16:creationId xmlns:a16="http://schemas.microsoft.com/office/drawing/2014/main" id="{DB07CDDB-175A-A3AE-5438-B4293525ECE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789557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5BB17E-0717-4E49-B356-DBC311C812EC}" type="slidenum">
              <a:rPr lang="en-US" smtClean="0"/>
              <a:t>2</a:t>
            </a:fld>
            <a:endParaRPr lang="en-US"/>
          </a:p>
        </p:txBody>
      </p:sp>
      <p:sp>
        <p:nvSpPr>
          <p:cNvPr id="5" name="Footer Placeholder 4">
            <a:extLst>
              <a:ext uri="{FF2B5EF4-FFF2-40B4-BE49-F238E27FC236}">
                <a16:creationId xmlns:a16="http://schemas.microsoft.com/office/drawing/2014/main" id="{7F26879A-C24D-2BF8-685C-E9C424435B4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8206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5BB17E-0717-4E49-B356-DBC311C812EC}" type="slidenum">
              <a:rPr lang="en-US" smtClean="0"/>
              <a:t>3</a:t>
            </a:fld>
            <a:endParaRPr lang="en-US"/>
          </a:p>
        </p:txBody>
      </p:sp>
      <p:sp>
        <p:nvSpPr>
          <p:cNvPr id="5" name="Footer Placeholder 4">
            <a:extLst>
              <a:ext uri="{FF2B5EF4-FFF2-40B4-BE49-F238E27FC236}">
                <a16:creationId xmlns:a16="http://schemas.microsoft.com/office/drawing/2014/main" id="{59A1065E-5844-80F0-40E8-5A7C5D248C9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39650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7D5BB17E-0717-4E49-B356-DBC311C812EC}" type="slidenum">
              <a:rPr lang="en-US" smtClean="0"/>
              <a:t>9</a:t>
            </a:fld>
            <a:endParaRPr lang="en-US"/>
          </a:p>
        </p:txBody>
      </p:sp>
    </p:spTree>
    <p:extLst>
      <p:ext uri="{BB962C8B-B14F-4D97-AF65-F5344CB8AC3E}">
        <p14:creationId xmlns:p14="http://schemas.microsoft.com/office/powerpoint/2010/main" val="1547391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7D5BB17E-0717-4E49-B356-DBC311C812EC}" type="slidenum">
              <a:rPr lang="en-US" smtClean="0"/>
              <a:t>18</a:t>
            </a:fld>
            <a:endParaRPr lang="en-US"/>
          </a:p>
        </p:txBody>
      </p:sp>
    </p:spTree>
    <p:extLst>
      <p:ext uri="{BB962C8B-B14F-4D97-AF65-F5344CB8AC3E}">
        <p14:creationId xmlns:p14="http://schemas.microsoft.com/office/powerpoint/2010/main" val="3684352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NO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43AD7-F307-36F5-2B5F-9F8B4CF2B214}"/>
              </a:ext>
            </a:extLst>
          </p:cNvPr>
          <p:cNvSpPr>
            <a:spLocks noGrp="1"/>
          </p:cNvSpPr>
          <p:nvPr>
            <p:ph type="ctrTitle"/>
          </p:nvPr>
        </p:nvSpPr>
        <p:spPr>
          <a:xfrm>
            <a:off x="838200" y="3248026"/>
            <a:ext cx="10515600" cy="893762"/>
          </a:xfrm>
          <a:prstGeom prst="rect">
            <a:avLst/>
          </a:prstGeom>
        </p:spPr>
        <p:txBody>
          <a:bodyPr anchor="b"/>
          <a:lstStyle>
            <a:lvl1pPr algn="ctr">
              <a:defRPr sz="5000" b="1">
                <a:solidFill>
                  <a:schemeClr val="bg1"/>
                </a:solidFill>
                <a:latin typeface="Georgia" panose="02040502050405020303"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9FD6AFEE-EFAA-472D-3BA3-BD4F1BC57320}"/>
              </a:ext>
            </a:extLst>
          </p:cNvPr>
          <p:cNvSpPr>
            <a:spLocks noGrp="1"/>
          </p:cNvSpPr>
          <p:nvPr>
            <p:ph type="subTitle" idx="1"/>
          </p:nvPr>
        </p:nvSpPr>
        <p:spPr>
          <a:xfrm>
            <a:off x="1524000" y="4364038"/>
            <a:ext cx="9144000" cy="601662"/>
          </a:xfrm>
          <a:prstGeom prst="rect">
            <a:avLst/>
          </a:prstGeom>
        </p:spPr>
        <p:txBody>
          <a:bodyPr/>
          <a:lstStyle>
            <a:lvl1pPr marL="0" indent="0" algn="ctr">
              <a:buNone/>
              <a:defRPr sz="3000">
                <a:solidFill>
                  <a:schemeClr val="bg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Content Placeholder 9">
            <a:extLst>
              <a:ext uri="{FF2B5EF4-FFF2-40B4-BE49-F238E27FC236}">
                <a16:creationId xmlns:a16="http://schemas.microsoft.com/office/drawing/2014/main" id="{7AF3DB3F-D2DC-14FE-CBB1-36730D7DEA19}"/>
              </a:ext>
            </a:extLst>
          </p:cNvPr>
          <p:cNvSpPr>
            <a:spLocks noGrp="1"/>
          </p:cNvSpPr>
          <p:nvPr>
            <p:ph sz="quarter" idx="12" hasCustomPrompt="1"/>
          </p:nvPr>
        </p:nvSpPr>
        <p:spPr>
          <a:xfrm>
            <a:off x="3981450" y="5532438"/>
            <a:ext cx="4229100" cy="368300"/>
          </a:xfrm>
          <a:prstGeom prst="rect">
            <a:avLst/>
          </a:prstGeom>
        </p:spPr>
        <p:txBody>
          <a:bodyPr/>
          <a:lstStyle>
            <a:lvl1pPr marL="0" indent="0" algn="ctr">
              <a:buNone/>
              <a:defRPr sz="1800" b="1">
                <a:solidFill>
                  <a:schemeClr val="bg1"/>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edited presented by</a:t>
            </a:r>
          </a:p>
        </p:txBody>
      </p:sp>
      <p:sp>
        <p:nvSpPr>
          <p:cNvPr id="4" name="Footer Placeholder 3">
            <a:extLst>
              <a:ext uri="{FF2B5EF4-FFF2-40B4-BE49-F238E27FC236}">
                <a16:creationId xmlns:a16="http://schemas.microsoft.com/office/drawing/2014/main" id="{A062206F-0157-D4C3-3102-8A9C9C213F70}"/>
              </a:ext>
            </a:extLst>
          </p:cNvPr>
          <p:cNvSpPr>
            <a:spLocks noGrp="1"/>
          </p:cNvSpPr>
          <p:nvPr>
            <p:ph type="ftr" sz="quarter" idx="13"/>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F892BF8-47C2-5AD0-7BA9-1E8209BFBC3B}"/>
              </a:ext>
            </a:extLst>
          </p:cNvPr>
          <p:cNvSpPr>
            <a:spLocks noGrp="1"/>
          </p:cNvSpPr>
          <p:nvPr>
            <p:ph type="sldNum" sz="quarter" idx="14"/>
          </p:nvPr>
        </p:nvSpPr>
        <p:spPr>
          <a:xfrm>
            <a:off x="9067800" y="6202908"/>
            <a:ext cx="2743200" cy="365125"/>
          </a:xfrm>
        </p:spPr>
        <p:txBody>
          <a:bodyPr/>
          <a:lstStyle>
            <a:lvl1pPr>
              <a:defRPr>
                <a:solidFill>
                  <a:schemeClr val="bg1"/>
                </a:solidFill>
              </a:defRPr>
            </a:lvl1pPr>
          </a:lstStyle>
          <a:p>
            <a:fld id="{5CFD0BFD-2208-644B-B5FD-4FE7D4ABCB69}" type="slidenum">
              <a:rPr lang="en-US" smtClean="0"/>
              <a:pPr/>
              <a:t>‹#›</a:t>
            </a:fld>
            <a:endParaRPr lang="en-US"/>
          </a:p>
        </p:txBody>
      </p:sp>
    </p:spTree>
    <p:extLst>
      <p:ext uri="{BB962C8B-B14F-4D97-AF65-F5344CB8AC3E}">
        <p14:creationId xmlns:p14="http://schemas.microsoft.com/office/powerpoint/2010/main" val="3453569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0C09926-7E22-5224-7340-10A58AFDE977}"/>
              </a:ext>
            </a:extLst>
          </p:cNvPr>
          <p:cNvSpPr>
            <a:spLocks noGrp="1"/>
          </p:cNvSpPr>
          <p:nvPr>
            <p:ph type="pic" sz="quarter" idx="13" hasCustomPrompt="1"/>
          </p:nvPr>
        </p:nvSpPr>
        <p:spPr>
          <a:xfrm>
            <a:off x="-73089" y="1250279"/>
            <a:ext cx="5640750" cy="5624123"/>
          </a:xfrm>
          <a:custGeom>
            <a:avLst/>
            <a:gdLst>
              <a:gd name="connsiteX0" fmla="*/ 54574 w 5640750"/>
              <a:gd name="connsiteY0" fmla="*/ 0 h 5624123"/>
              <a:gd name="connsiteX1" fmla="*/ 5613318 w 5640750"/>
              <a:gd name="connsiteY1" fmla="*/ 533254 h 5624123"/>
              <a:gd name="connsiteX2" fmla="*/ 5618592 w 5640750"/>
              <a:gd name="connsiteY2" fmla="*/ 1511971 h 5624123"/>
              <a:gd name="connsiteX3" fmla="*/ 4702239 w 5640750"/>
              <a:gd name="connsiteY3" fmla="*/ 1511971 h 5624123"/>
              <a:gd name="connsiteX4" fmla="*/ 4702239 w 5640750"/>
              <a:gd name="connsiteY4" fmla="*/ 4395542 h 5624123"/>
              <a:gd name="connsiteX5" fmla="*/ 5634130 w 5640750"/>
              <a:gd name="connsiteY5" fmla="*/ 4395542 h 5624123"/>
              <a:gd name="connsiteX6" fmla="*/ 5640750 w 5640750"/>
              <a:gd name="connsiteY6" fmla="*/ 5624123 h 5624123"/>
              <a:gd name="connsiteX7" fmla="*/ 0 w 5640750"/>
              <a:gd name="connsiteY7" fmla="*/ 5614833 h 562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0750" h="5624123">
                <a:moveTo>
                  <a:pt x="54574" y="0"/>
                </a:moveTo>
                <a:cubicBezTo>
                  <a:pt x="1946146" y="283269"/>
                  <a:pt x="2675266" y="457539"/>
                  <a:pt x="5613318" y="533254"/>
                </a:cubicBezTo>
                <a:lnTo>
                  <a:pt x="5618592" y="1511971"/>
                </a:lnTo>
                <a:lnTo>
                  <a:pt x="4702239" y="1511971"/>
                </a:lnTo>
                <a:lnTo>
                  <a:pt x="4702239" y="4395542"/>
                </a:lnTo>
                <a:lnTo>
                  <a:pt x="5634130" y="4395542"/>
                </a:lnTo>
                <a:lnTo>
                  <a:pt x="5640750" y="5624123"/>
                </a:lnTo>
                <a:lnTo>
                  <a:pt x="0" y="5614833"/>
                </a:lnTo>
                <a:close/>
              </a:path>
            </a:pathLst>
          </a:custGeom>
        </p:spPr>
        <p:txBody>
          <a:bodyPr wrap="square" anchor="ctr">
            <a:noAutofit/>
          </a:bodyPr>
          <a:lstStyle>
            <a:lvl1pPr marL="0" indent="0" algn="ctr">
              <a:buNone/>
              <a:defRPr b="0">
                <a:solidFill>
                  <a:schemeClr val="bg1"/>
                </a:solidFill>
                <a:latin typeface="Calibri" panose="020F0502020204030204" pitchFamily="34" charset="0"/>
                <a:cs typeface="Calibri" panose="020F0502020204030204" pitchFamily="34" charset="0"/>
              </a:defRPr>
            </a:lvl1pPr>
          </a:lstStyle>
          <a:p>
            <a:r>
              <a:rPr lang="en-US" dirty="0"/>
              <a:t>Click to insert image</a:t>
            </a:r>
          </a:p>
        </p:txBody>
      </p:sp>
      <p:sp>
        <p:nvSpPr>
          <p:cNvPr id="8" name="Subtitle 2">
            <a:extLst>
              <a:ext uri="{FF2B5EF4-FFF2-40B4-BE49-F238E27FC236}">
                <a16:creationId xmlns:a16="http://schemas.microsoft.com/office/drawing/2014/main" id="{A1D2E32D-88B0-BC8E-41FF-95CB57C19EAD}"/>
              </a:ext>
            </a:extLst>
          </p:cNvPr>
          <p:cNvSpPr>
            <a:spLocks noGrp="1"/>
          </p:cNvSpPr>
          <p:nvPr>
            <p:ph type="subTitle" idx="1"/>
          </p:nvPr>
        </p:nvSpPr>
        <p:spPr>
          <a:xfrm>
            <a:off x="4848639" y="4775994"/>
            <a:ext cx="5720522" cy="601662"/>
          </a:xfrm>
          <a:prstGeom prst="rect">
            <a:avLst/>
          </a:prstGeom>
        </p:spPr>
        <p:txBody>
          <a:bodyPr/>
          <a:lstStyle>
            <a:lvl1pPr marL="0" indent="0" algn="l">
              <a:buNone/>
              <a:defRPr sz="3000">
                <a:solidFill>
                  <a:schemeClr val="bg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Content Placeholder 9">
            <a:extLst>
              <a:ext uri="{FF2B5EF4-FFF2-40B4-BE49-F238E27FC236}">
                <a16:creationId xmlns:a16="http://schemas.microsoft.com/office/drawing/2014/main" id="{BF9AA39D-7074-6208-D0C8-E0E0044E747A}"/>
              </a:ext>
            </a:extLst>
          </p:cNvPr>
          <p:cNvSpPr>
            <a:spLocks noGrp="1"/>
          </p:cNvSpPr>
          <p:nvPr>
            <p:ph sz="quarter" idx="12" hasCustomPrompt="1"/>
          </p:nvPr>
        </p:nvSpPr>
        <p:spPr>
          <a:xfrm>
            <a:off x="5805004" y="6053138"/>
            <a:ext cx="4074492" cy="368300"/>
          </a:xfrm>
          <a:prstGeom prst="rect">
            <a:avLst/>
          </a:prstGeom>
        </p:spPr>
        <p:txBody>
          <a:bodyPr/>
          <a:lstStyle>
            <a:lvl1pPr marL="0" indent="0" algn="l">
              <a:buNone/>
              <a:defRPr sz="1800" b="1">
                <a:solidFill>
                  <a:schemeClr val="bg1"/>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edited presented by</a:t>
            </a:r>
          </a:p>
        </p:txBody>
      </p:sp>
      <p:sp>
        <p:nvSpPr>
          <p:cNvPr id="15" name="Freeform 14">
            <a:extLst>
              <a:ext uri="{FF2B5EF4-FFF2-40B4-BE49-F238E27FC236}">
                <a16:creationId xmlns:a16="http://schemas.microsoft.com/office/drawing/2014/main" id="{2D4ADF40-DA11-DCD7-50E0-1B352C1201BD}"/>
              </a:ext>
            </a:extLst>
          </p:cNvPr>
          <p:cNvSpPr/>
          <p:nvPr userDrawn="1"/>
        </p:nvSpPr>
        <p:spPr>
          <a:xfrm>
            <a:off x="-520700" y="1200330"/>
            <a:ext cx="6070600" cy="5657669"/>
          </a:xfrm>
          <a:custGeom>
            <a:avLst/>
            <a:gdLst>
              <a:gd name="connsiteX0" fmla="*/ 63863 w 6070600"/>
              <a:gd name="connsiteY0" fmla="*/ 0 h 5657669"/>
              <a:gd name="connsiteX1" fmla="*/ 6057900 w 6070600"/>
              <a:gd name="connsiteY1" fmla="*/ 590369 h 5657669"/>
              <a:gd name="connsiteX2" fmla="*/ 6060360 w 6070600"/>
              <a:gd name="connsiteY2" fmla="*/ 1571899 h 5657669"/>
              <a:gd name="connsiteX3" fmla="*/ 5121729 w 6070600"/>
              <a:gd name="connsiteY3" fmla="*/ 1571899 h 5657669"/>
              <a:gd name="connsiteX4" fmla="*/ 5121729 w 6070600"/>
              <a:gd name="connsiteY4" fmla="*/ 4457340 h 5657669"/>
              <a:gd name="connsiteX5" fmla="*/ 6067592 w 6070600"/>
              <a:gd name="connsiteY5" fmla="*/ 4457340 h 5657669"/>
              <a:gd name="connsiteX6" fmla="*/ 6070600 w 6070600"/>
              <a:gd name="connsiteY6" fmla="*/ 5657669 h 5657669"/>
              <a:gd name="connsiteX7" fmla="*/ 0 w 6070600"/>
              <a:gd name="connsiteY7" fmla="*/ 5657669 h 5657669"/>
              <a:gd name="connsiteX8" fmla="*/ 63863 w 6070600"/>
              <a:gd name="connsiteY8" fmla="*/ 0 h 565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70600" h="5657669">
                <a:moveTo>
                  <a:pt x="63863" y="0"/>
                </a:moveTo>
                <a:cubicBezTo>
                  <a:pt x="2897292" y="412084"/>
                  <a:pt x="3257853" y="482721"/>
                  <a:pt x="6057900" y="590369"/>
                </a:cubicBezTo>
                <a:lnTo>
                  <a:pt x="6060360" y="1571899"/>
                </a:lnTo>
                <a:lnTo>
                  <a:pt x="5121729" y="1571899"/>
                </a:lnTo>
                <a:lnTo>
                  <a:pt x="5121729" y="4457340"/>
                </a:lnTo>
                <a:lnTo>
                  <a:pt x="6067592" y="4457340"/>
                </a:lnTo>
                <a:lnTo>
                  <a:pt x="6070600" y="5657669"/>
                </a:lnTo>
                <a:lnTo>
                  <a:pt x="0" y="5657669"/>
                </a:lnTo>
                <a:cubicBezTo>
                  <a:pt x="6773" y="3781456"/>
                  <a:pt x="57090" y="1876213"/>
                  <a:pt x="63863" y="0"/>
                </a:cubicBez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n>
                <a:noFill/>
              </a:ln>
            </a:endParaRPr>
          </a:p>
        </p:txBody>
      </p:sp>
      <p:sp>
        <p:nvSpPr>
          <p:cNvPr id="2" name="Footer Placeholder 1">
            <a:extLst>
              <a:ext uri="{FF2B5EF4-FFF2-40B4-BE49-F238E27FC236}">
                <a16:creationId xmlns:a16="http://schemas.microsoft.com/office/drawing/2014/main" id="{5CB2A54A-9B9D-3AB0-459C-9F0600025F7F}"/>
              </a:ext>
            </a:extLst>
          </p:cNvPr>
          <p:cNvSpPr>
            <a:spLocks noGrp="1"/>
          </p:cNvSpPr>
          <p:nvPr>
            <p:ph type="ftr" sz="quarter" idx="14"/>
          </p:nvPr>
        </p:nvSpPr>
        <p:spPr/>
        <p:txBody>
          <a:bodyPr/>
          <a:lstStyle>
            <a:lvl1pPr>
              <a:defRPr>
                <a:solidFill>
                  <a:schemeClr val="bg1"/>
                </a:solidFill>
              </a:defRPr>
            </a:lvl1pPr>
          </a:lstStyle>
          <a:p>
            <a:endParaRPr lang="en-US"/>
          </a:p>
        </p:txBody>
      </p:sp>
      <p:sp>
        <p:nvSpPr>
          <p:cNvPr id="3" name="Slide Number Placeholder 2">
            <a:extLst>
              <a:ext uri="{FF2B5EF4-FFF2-40B4-BE49-F238E27FC236}">
                <a16:creationId xmlns:a16="http://schemas.microsoft.com/office/drawing/2014/main" id="{AE3D19AB-4616-A9E3-BA7D-466B5D27CFDF}"/>
              </a:ext>
            </a:extLst>
          </p:cNvPr>
          <p:cNvSpPr>
            <a:spLocks noGrp="1"/>
          </p:cNvSpPr>
          <p:nvPr>
            <p:ph type="sldNum" sz="quarter" idx="15"/>
          </p:nvPr>
        </p:nvSpPr>
        <p:spPr/>
        <p:txBody>
          <a:bodyPr/>
          <a:lstStyle>
            <a:lvl1pPr>
              <a:defRPr>
                <a:solidFill>
                  <a:schemeClr val="bg1"/>
                </a:solidFill>
              </a:defRPr>
            </a:lvl1pPr>
          </a:lstStyle>
          <a:p>
            <a:fld id="{5CFD0BFD-2208-644B-B5FD-4FE7D4ABCB69}" type="slidenum">
              <a:rPr lang="en-US" smtClean="0"/>
              <a:pPr/>
              <a:t>‹#›</a:t>
            </a:fld>
            <a:endParaRPr lang="en-US"/>
          </a:p>
        </p:txBody>
      </p:sp>
      <p:sp>
        <p:nvSpPr>
          <p:cNvPr id="4" name="Title 3">
            <a:extLst>
              <a:ext uri="{FF2B5EF4-FFF2-40B4-BE49-F238E27FC236}">
                <a16:creationId xmlns:a16="http://schemas.microsoft.com/office/drawing/2014/main" id="{3DC71CCE-6D1B-51B5-F2FB-782C34F89186}"/>
              </a:ext>
            </a:extLst>
          </p:cNvPr>
          <p:cNvSpPr>
            <a:spLocks noGrp="1"/>
          </p:cNvSpPr>
          <p:nvPr>
            <p:ph type="title" hasCustomPrompt="1"/>
          </p:nvPr>
        </p:nvSpPr>
        <p:spPr>
          <a:xfrm>
            <a:off x="4848639" y="3279248"/>
            <a:ext cx="5640750" cy="1325563"/>
          </a:xfrm>
          <a:prstGeom prst="rect">
            <a:avLst/>
          </a:prstGeom>
        </p:spPr>
        <p:txBody>
          <a:bodyPr/>
          <a:lstStyle>
            <a:lvl1pPr>
              <a:defRPr sz="4000" b="1">
                <a:solidFill>
                  <a:srgbClr val="FFFFFF"/>
                </a:solidFill>
                <a:latin typeface="Georgia" panose="02040502050405020303" pitchFamily="18" charset="0"/>
              </a:defRPr>
            </a:lvl1pPr>
          </a:lstStyle>
          <a:p>
            <a:r>
              <a:rPr lang="en-US" dirty="0"/>
              <a:t>Click to edit</a:t>
            </a:r>
            <a:br>
              <a:rPr lang="en-US" dirty="0"/>
            </a:br>
            <a:r>
              <a:rPr lang="en-US" dirty="0"/>
              <a:t>Master title style</a:t>
            </a:r>
          </a:p>
        </p:txBody>
      </p:sp>
    </p:spTree>
    <p:extLst>
      <p:ext uri="{BB962C8B-B14F-4D97-AF65-F5344CB8AC3E}">
        <p14:creationId xmlns:p14="http://schemas.microsoft.com/office/powerpoint/2010/main" val="2493476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Slide-little cop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CD11-DA89-C753-42C1-859AA3F4ED9E}"/>
              </a:ext>
            </a:extLst>
          </p:cNvPr>
          <p:cNvSpPr>
            <a:spLocks noGrp="1"/>
          </p:cNvSpPr>
          <p:nvPr>
            <p:ph type="title"/>
          </p:nvPr>
        </p:nvSpPr>
        <p:spPr>
          <a:xfrm>
            <a:off x="838200" y="710513"/>
            <a:ext cx="10515600" cy="547688"/>
          </a:xfrm>
          <a:prstGeom prst="rect">
            <a:avLst/>
          </a:prstGeom>
        </p:spPr>
        <p:txBody>
          <a:bodyPr/>
          <a:lstStyle>
            <a:lvl1pPr>
              <a:defRPr sz="3500" b="1">
                <a:solidFill>
                  <a:schemeClr val="bg1">
                    <a:lumMod val="25000"/>
                  </a:schemeClr>
                </a:solidFill>
                <a:latin typeface="Georgia" panose="02040502050405020303"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36C4908F-759C-D6C9-0FBE-C60AC7B6FA6B}"/>
              </a:ext>
            </a:extLst>
          </p:cNvPr>
          <p:cNvSpPr>
            <a:spLocks noGrp="1"/>
          </p:cNvSpPr>
          <p:nvPr>
            <p:ph sz="half" idx="1"/>
          </p:nvPr>
        </p:nvSpPr>
        <p:spPr>
          <a:xfrm>
            <a:off x="838200" y="2461398"/>
            <a:ext cx="4857750" cy="3736975"/>
          </a:xfrm>
          <a:prstGeom prst="rect">
            <a:avLst/>
          </a:prstGeom>
        </p:spPr>
        <p:txBody>
          <a:bodyPr/>
          <a:lstStyle>
            <a:lvl1pPr>
              <a:defRPr sz="2400">
                <a:solidFill>
                  <a:schemeClr val="bg1">
                    <a:lumMod val="25000"/>
                  </a:schemeClr>
                </a:solidFill>
                <a:latin typeface="Calibri" panose="020F0502020204030204" pitchFamily="34" charset="0"/>
                <a:cs typeface="Calibri" panose="020F0502020204030204" pitchFamily="34" charset="0"/>
              </a:defRPr>
            </a:lvl1pPr>
            <a:lvl2pPr>
              <a:defRPr sz="2200">
                <a:solidFill>
                  <a:schemeClr val="bg1">
                    <a:lumMod val="25000"/>
                  </a:schemeClr>
                </a:solidFill>
                <a:latin typeface="Calibri" panose="020F0502020204030204" pitchFamily="34" charset="0"/>
                <a:cs typeface="Calibri" panose="020F0502020204030204" pitchFamily="34" charset="0"/>
              </a:defRPr>
            </a:lvl2pPr>
            <a:lvl3pPr>
              <a:defRPr>
                <a:solidFill>
                  <a:schemeClr val="bg1">
                    <a:lumMod val="25000"/>
                  </a:schemeClr>
                </a:solidFill>
                <a:latin typeface="Calibri" panose="020F0502020204030204" pitchFamily="34" charset="0"/>
                <a:cs typeface="Calibri" panose="020F0502020204030204" pitchFamily="34" charset="0"/>
              </a:defRPr>
            </a:lvl3pPr>
            <a:lvl4pPr>
              <a:defRPr>
                <a:solidFill>
                  <a:schemeClr val="bg1">
                    <a:lumMod val="25000"/>
                  </a:schemeClr>
                </a:solidFill>
                <a:latin typeface="Calibri" panose="020F0502020204030204" pitchFamily="34" charset="0"/>
                <a:cs typeface="Calibri" panose="020F0502020204030204" pitchFamily="34" charset="0"/>
              </a:defRPr>
            </a:lvl4pPr>
            <a:lvl5pPr>
              <a:defRPr>
                <a:solidFill>
                  <a:schemeClr val="bg1">
                    <a:lumMod val="25000"/>
                  </a:schemeClr>
                </a:solidFill>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13">
            <a:extLst>
              <a:ext uri="{FF2B5EF4-FFF2-40B4-BE49-F238E27FC236}">
                <a16:creationId xmlns:a16="http://schemas.microsoft.com/office/drawing/2014/main" id="{0D7079A4-8C56-1D7A-E671-702350EACCB2}"/>
              </a:ext>
            </a:extLst>
          </p:cNvPr>
          <p:cNvSpPr>
            <a:spLocks noGrp="1"/>
          </p:cNvSpPr>
          <p:nvPr>
            <p:ph type="body" sz="quarter" idx="10" hasCustomPrompt="1"/>
          </p:nvPr>
        </p:nvSpPr>
        <p:spPr>
          <a:xfrm>
            <a:off x="838200" y="1375676"/>
            <a:ext cx="10515600" cy="557212"/>
          </a:xfrm>
          <a:prstGeom prst="rect">
            <a:avLst/>
          </a:prstGeom>
          <a:noFill/>
        </p:spPr>
        <p:txBody>
          <a:bodyPr/>
          <a:lstStyle>
            <a:lvl1pPr marL="0" indent="0">
              <a:buNone/>
              <a:defRPr b="1">
                <a:solidFill>
                  <a:schemeClr val="bg1">
                    <a:lumMod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0" dirty="0">
                <a:solidFill>
                  <a:schemeClr val="tx1"/>
                </a:solidFill>
                <a:latin typeface="Calibri" panose="020F0502020204030204" pitchFamily="34" charset="0"/>
                <a:cs typeface="Calibri" panose="020F0502020204030204" pitchFamily="34" charset="0"/>
              </a:rPr>
              <a:t>Click to edit Master subtitle style</a:t>
            </a:r>
          </a:p>
        </p:txBody>
      </p:sp>
      <p:sp>
        <p:nvSpPr>
          <p:cNvPr id="5" name="Footer Placeholder 4">
            <a:extLst>
              <a:ext uri="{FF2B5EF4-FFF2-40B4-BE49-F238E27FC236}">
                <a16:creationId xmlns:a16="http://schemas.microsoft.com/office/drawing/2014/main" id="{5CB5D908-0091-ED4A-6522-B9327362A8C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86352C-5E00-57BC-08EC-C29AE05DC9BE}"/>
              </a:ext>
            </a:extLst>
          </p:cNvPr>
          <p:cNvSpPr>
            <a:spLocks noGrp="1"/>
          </p:cNvSpPr>
          <p:nvPr>
            <p:ph type="sldNum" sz="quarter" idx="12"/>
          </p:nvPr>
        </p:nvSpPr>
        <p:spPr/>
        <p:txBody>
          <a:bodyPr/>
          <a:lstStyle>
            <a:lvl1pPr>
              <a:defRPr>
                <a:solidFill>
                  <a:schemeClr val="bg1"/>
                </a:solidFill>
              </a:defRPr>
            </a:lvl1pPr>
          </a:lstStyle>
          <a:p>
            <a:fld id="{5CFD0BFD-2208-644B-B5FD-4FE7D4ABCB69}" type="slidenum">
              <a:rPr lang="en-US" smtClean="0"/>
              <a:pPr/>
              <a:t>‹#›</a:t>
            </a:fld>
            <a:endParaRPr lang="en-US"/>
          </a:p>
        </p:txBody>
      </p:sp>
    </p:spTree>
    <p:extLst>
      <p:ext uri="{BB962C8B-B14F-4D97-AF65-F5344CB8AC3E}">
        <p14:creationId xmlns:p14="http://schemas.microsoft.com/office/powerpoint/2010/main" val="288647884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D">
    <p:bg>
      <p:bgPr>
        <a:solidFill>
          <a:srgbClr val="BA0C2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B79CF5-784B-E129-B652-DE659F7FB57E}"/>
              </a:ext>
            </a:extLst>
          </p:cNvPr>
          <p:cNvSpPr>
            <a:spLocks noGrp="1"/>
          </p:cNvSpPr>
          <p:nvPr>
            <p:ph type="ftr"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113AA3DD-912F-CB51-1162-0EB7DFA42A92}"/>
              </a:ext>
            </a:extLst>
          </p:cNvPr>
          <p:cNvSpPr>
            <a:spLocks noGrp="1"/>
          </p:cNvSpPr>
          <p:nvPr>
            <p:ph type="sldNum" sz="quarter" idx="11"/>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307172935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Black Shield Red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093E-E386-2974-0EE8-98E37D8186B5}"/>
              </a:ext>
            </a:extLst>
          </p:cNvPr>
          <p:cNvSpPr>
            <a:spLocks noGrp="1"/>
          </p:cNvSpPr>
          <p:nvPr>
            <p:ph type="ctrTitle" hasCustomPrompt="1"/>
          </p:nvPr>
        </p:nvSpPr>
        <p:spPr>
          <a:xfrm>
            <a:off x="838200" y="4088571"/>
            <a:ext cx="10515600" cy="667481"/>
          </a:xfrm>
          <a:prstGeom prst="rect">
            <a:avLst/>
          </a:prstGeom>
        </p:spPr>
        <p:txBody>
          <a:bodyPr anchor="b"/>
          <a:lstStyle>
            <a:lvl1pPr algn="ctr">
              <a:defRPr sz="4000" b="1">
                <a:solidFill>
                  <a:srgbClr val="BA0C2E"/>
                </a:solidFill>
                <a:latin typeface="Georgia" panose="02040502050405020303" pitchFamily="18" charset="0"/>
              </a:defRPr>
            </a:lvl1pPr>
          </a:lstStyle>
          <a:p>
            <a:r>
              <a:rPr lang="en-US" dirty="0"/>
              <a:t>Click to edit Section title style</a:t>
            </a:r>
          </a:p>
        </p:txBody>
      </p:sp>
      <p:sp>
        <p:nvSpPr>
          <p:cNvPr id="3" name="Subtitle 2">
            <a:extLst>
              <a:ext uri="{FF2B5EF4-FFF2-40B4-BE49-F238E27FC236}">
                <a16:creationId xmlns:a16="http://schemas.microsoft.com/office/drawing/2014/main" id="{CAEAB073-3850-D054-47DC-73BF527E2BFA}"/>
              </a:ext>
            </a:extLst>
          </p:cNvPr>
          <p:cNvSpPr>
            <a:spLocks noGrp="1"/>
          </p:cNvSpPr>
          <p:nvPr>
            <p:ph type="subTitle" idx="1" hasCustomPrompt="1"/>
          </p:nvPr>
        </p:nvSpPr>
        <p:spPr>
          <a:xfrm>
            <a:off x="1524000" y="5017014"/>
            <a:ext cx="9144000" cy="336915"/>
          </a:xfrm>
          <a:prstGeom prst="rect">
            <a:avLst/>
          </a:prstGeom>
        </p:spPr>
        <p:txBody>
          <a:bodyPr/>
          <a:lstStyle>
            <a:lvl1pPr marL="0" indent="0" algn="ctr">
              <a:buNone/>
              <a:defRPr sz="2000">
                <a:solidFill>
                  <a:srgbClr val="404040"/>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sp>
        <p:nvSpPr>
          <p:cNvPr id="4" name="Footer Placeholder 3">
            <a:extLst>
              <a:ext uri="{FF2B5EF4-FFF2-40B4-BE49-F238E27FC236}">
                <a16:creationId xmlns:a16="http://schemas.microsoft.com/office/drawing/2014/main" id="{E16AA42A-FA47-7AC8-84CF-26C8D3B690A7}"/>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D84A257F-B903-71A9-73DA-5B288760037D}"/>
              </a:ext>
            </a:extLst>
          </p:cNvPr>
          <p:cNvSpPr>
            <a:spLocks noGrp="1"/>
          </p:cNvSpPr>
          <p:nvPr>
            <p:ph type="sldNum" sz="quarter" idx="11"/>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437660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Red Shield Black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093E-E386-2974-0EE8-98E37D8186B5}"/>
              </a:ext>
            </a:extLst>
          </p:cNvPr>
          <p:cNvSpPr>
            <a:spLocks noGrp="1"/>
          </p:cNvSpPr>
          <p:nvPr>
            <p:ph type="ctrTitle" hasCustomPrompt="1"/>
          </p:nvPr>
        </p:nvSpPr>
        <p:spPr>
          <a:xfrm>
            <a:off x="838200" y="4088571"/>
            <a:ext cx="10515600" cy="667481"/>
          </a:xfrm>
          <a:prstGeom prst="rect">
            <a:avLst/>
          </a:prstGeom>
        </p:spPr>
        <p:txBody>
          <a:bodyPr anchor="b"/>
          <a:lstStyle>
            <a:lvl1pPr algn="ctr">
              <a:defRPr sz="4000" b="1">
                <a:solidFill>
                  <a:srgbClr val="404040"/>
                </a:solidFill>
                <a:latin typeface="Georgia" panose="02040502050405020303" pitchFamily="18" charset="0"/>
              </a:defRPr>
            </a:lvl1pPr>
          </a:lstStyle>
          <a:p>
            <a:r>
              <a:rPr lang="en-US" dirty="0"/>
              <a:t>Click to edit Section title style</a:t>
            </a:r>
          </a:p>
        </p:txBody>
      </p:sp>
      <p:sp>
        <p:nvSpPr>
          <p:cNvPr id="3" name="Subtitle 2">
            <a:extLst>
              <a:ext uri="{FF2B5EF4-FFF2-40B4-BE49-F238E27FC236}">
                <a16:creationId xmlns:a16="http://schemas.microsoft.com/office/drawing/2014/main" id="{CAEAB073-3850-D054-47DC-73BF527E2BFA}"/>
              </a:ext>
            </a:extLst>
          </p:cNvPr>
          <p:cNvSpPr>
            <a:spLocks noGrp="1"/>
          </p:cNvSpPr>
          <p:nvPr>
            <p:ph type="subTitle" idx="1" hasCustomPrompt="1"/>
          </p:nvPr>
        </p:nvSpPr>
        <p:spPr>
          <a:xfrm>
            <a:off x="1524000" y="5017014"/>
            <a:ext cx="9144000" cy="336915"/>
          </a:xfrm>
          <a:prstGeom prst="rect">
            <a:avLst/>
          </a:prstGeom>
        </p:spPr>
        <p:txBody>
          <a:bodyPr/>
          <a:lstStyle>
            <a:lvl1pPr marL="0" indent="0" algn="ctr">
              <a:buNone/>
              <a:defRPr sz="2000">
                <a:solidFill>
                  <a:srgbClr val="404040"/>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sp>
        <p:nvSpPr>
          <p:cNvPr id="4" name="Footer Placeholder 3">
            <a:extLst>
              <a:ext uri="{FF2B5EF4-FFF2-40B4-BE49-F238E27FC236}">
                <a16:creationId xmlns:a16="http://schemas.microsoft.com/office/drawing/2014/main" id="{622481AD-A61D-60D5-5873-32B7DE43D824}"/>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5A12C9DA-73CD-ADB1-C057-FD1D473079D1}"/>
              </a:ext>
            </a:extLst>
          </p:cNvPr>
          <p:cNvSpPr>
            <a:spLocks noGrp="1"/>
          </p:cNvSpPr>
          <p:nvPr>
            <p:ph type="sldNum" sz="quarter" idx="11"/>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3302215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WITH Image -Black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0C09926-7E22-5224-7340-10A58AFDE977}"/>
              </a:ext>
            </a:extLst>
          </p:cNvPr>
          <p:cNvSpPr>
            <a:spLocks noGrp="1"/>
          </p:cNvSpPr>
          <p:nvPr>
            <p:ph type="pic" sz="quarter" idx="13" hasCustomPrompt="1"/>
          </p:nvPr>
        </p:nvSpPr>
        <p:spPr>
          <a:xfrm>
            <a:off x="-37919" y="393847"/>
            <a:ext cx="5617397" cy="6515077"/>
          </a:xfrm>
          <a:custGeom>
            <a:avLst/>
            <a:gdLst>
              <a:gd name="connsiteX0" fmla="*/ 54574 w 5640750"/>
              <a:gd name="connsiteY0" fmla="*/ 0 h 5624123"/>
              <a:gd name="connsiteX1" fmla="*/ 5613318 w 5640750"/>
              <a:gd name="connsiteY1" fmla="*/ 533254 h 5624123"/>
              <a:gd name="connsiteX2" fmla="*/ 5618592 w 5640750"/>
              <a:gd name="connsiteY2" fmla="*/ 1511971 h 5624123"/>
              <a:gd name="connsiteX3" fmla="*/ 4702239 w 5640750"/>
              <a:gd name="connsiteY3" fmla="*/ 1511971 h 5624123"/>
              <a:gd name="connsiteX4" fmla="*/ 4702239 w 5640750"/>
              <a:gd name="connsiteY4" fmla="*/ 4395542 h 5624123"/>
              <a:gd name="connsiteX5" fmla="*/ 5634130 w 5640750"/>
              <a:gd name="connsiteY5" fmla="*/ 4395542 h 5624123"/>
              <a:gd name="connsiteX6" fmla="*/ 5640750 w 5640750"/>
              <a:gd name="connsiteY6" fmla="*/ 5624123 h 5624123"/>
              <a:gd name="connsiteX7" fmla="*/ 0 w 5640750"/>
              <a:gd name="connsiteY7" fmla="*/ 5614833 h 5624123"/>
              <a:gd name="connsiteX0" fmla="*/ 54574 w 5652473"/>
              <a:gd name="connsiteY0" fmla="*/ 0 h 6491631"/>
              <a:gd name="connsiteX1" fmla="*/ 5613318 w 5652473"/>
              <a:gd name="connsiteY1" fmla="*/ 533254 h 6491631"/>
              <a:gd name="connsiteX2" fmla="*/ 5618592 w 5652473"/>
              <a:gd name="connsiteY2" fmla="*/ 1511971 h 6491631"/>
              <a:gd name="connsiteX3" fmla="*/ 4702239 w 5652473"/>
              <a:gd name="connsiteY3" fmla="*/ 1511971 h 6491631"/>
              <a:gd name="connsiteX4" fmla="*/ 4702239 w 5652473"/>
              <a:gd name="connsiteY4" fmla="*/ 4395542 h 6491631"/>
              <a:gd name="connsiteX5" fmla="*/ 5634130 w 5652473"/>
              <a:gd name="connsiteY5" fmla="*/ 4395542 h 6491631"/>
              <a:gd name="connsiteX6" fmla="*/ 5652473 w 5652473"/>
              <a:gd name="connsiteY6" fmla="*/ 6491631 h 6491631"/>
              <a:gd name="connsiteX7" fmla="*/ 0 w 5652473"/>
              <a:gd name="connsiteY7" fmla="*/ 5614833 h 6491631"/>
              <a:gd name="connsiteX8" fmla="*/ 54574 w 5652473"/>
              <a:gd name="connsiteY8" fmla="*/ 0 h 6491631"/>
              <a:gd name="connsiteX0" fmla="*/ 19404 w 5617303"/>
              <a:gd name="connsiteY0" fmla="*/ 0 h 6494064"/>
              <a:gd name="connsiteX1" fmla="*/ 5578148 w 5617303"/>
              <a:gd name="connsiteY1" fmla="*/ 533254 h 6494064"/>
              <a:gd name="connsiteX2" fmla="*/ 5583422 w 5617303"/>
              <a:gd name="connsiteY2" fmla="*/ 1511971 h 6494064"/>
              <a:gd name="connsiteX3" fmla="*/ 4667069 w 5617303"/>
              <a:gd name="connsiteY3" fmla="*/ 1511971 h 6494064"/>
              <a:gd name="connsiteX4" fmla="*/ 4667069 w 5617303"/>
              <a:gd name="connsiteY4" fmla="*/ 4395542 h 6494064"/>
              <a:gd name="connsiteX5" fmla="*/ 5598960 w 5617303"/>
              <a:gd name="connsiteY5" fmla="*/ 4395542 h 6494064"/>
              <a:gd name="connsiteX6" fmla="*/ 5617303 w 5617303"/>
              <a:gd name="connsiteY6" fmla="*/ 6491631 h 6494064"/>
              <a:gd name="connsiteX7" fmla="*/ 0 w 5617303"/>
              <a:gd name="connsiteY7" fmla="*/ 6494064 h 6494064"/>
              <a:gd name="connsiteX8" fmla="*/ 19404 w 5617303"/>
              <a:gd name="connsiteY8" fmla="*/ 0 h 6494064"/>
              <a:gd name="connsiteX0" fmla="*/ 19404 w 5598960"/>
              <a:gd name="connsiteY0" fmla="*/ 0 h 6494064"/>
              <a:gd name="connsiteX1" fmla="*/ 5578148 w 5598960"/>
              <a:gd name="connsiteY1" fmla="*/ 533254 h 6494064"/>
              <a:gd name="connsiteX2" fmla="*/ 5583422 w 5598960"/>
              <a:gd name="connsiteY2" fmla="*/ 1511971 h 6494064"/>
              <a:gd name="connsiteX3" fmla="*/ 4667069 w 5598960"/>
              <a:gd name="connsiteY3" fmla="*/ 1511971 h 6494064"/>
              <a:gd name="connsiteX4" fmla="*/ 4667069 w 5598960"/>
              <a:gd name="connsiteY4" fmla="*/ 4395542 h 6494064"/>
              <a:gd name="connsiteX5" fmla="*/ 5598960 w 5598960"/>
              <a:gd name="connsiteY5" fmla="*/ 4395542 h 6494064"/>
              <a:gd name="connsiteX6" fmla="*/ 5593856 w 5598960"/>
              <a:gd name="connsiteY6" fmla="*/ 6491631 h 6494064"/>
              <a:gd name="connsiteX7" fmla="*/ 0 w 5598960"/>
              <a:gd name="connsiteY7" fmla="*/ 6494064 h 6494064"/>
              <a:gd name="connsiteX8" fmla="*/ 19404 w 5598960"/>
              <a:gd name="connsiteY8" fmla="*/ 0 h 6494064"/>
              <a:gd name="connsiteX0" fmla="*/ 19404 w 5617397"/>
              <a:gd name="connsiteY0" fmla="*/ 0 h 6515077"/>
              <a:gd name="connsiteX1" fmla="*/ 5578148 w 5617397"/>
              <a:gd name="connsiteY1" fmla="*/ 533254 h 6515077"/>
              <a:gd name="connsiteX2" fmla="*/ 5583422 w 5617397"/>
              <a:gd name="connsiteY2" fmla="*/ 1511971 h 6515077"/>
              <a:gd name="connsiteX3" fmla="*/ 4667069 w 5617397"/>
              <a:gd name="connsiteY3" fmla="*/ 1511971 h 6515077"/>
              <a:gd name="connsiteX4" fmla="*/ 4667069 w 5617397"/>
              <a:gd name="connsiteY4" fmla="*/ 4395542 h 6515077"/>
              <a:gd name="connsiteX5" fmla="*/ 5598960 w 5617397"/>
              <a:gd name="connsiteY5" fmla="*/ 4395542 h 6515077"/>
              <a:gd name="connsiteX6" fmla="*/ 5617303 w 5617397"/>
              <a:gd name="connsiteY6" fmla="*/ 6515077 h 6515077"/>
              <a:gd name="connsiteX7" fmla="*/ 0 w 5617397"/>
              <a:gd name="connsiteY7" fmla="*/ 6494064 h 6515077"/>
              <a:gd name="connsiteX8" fmla="*/ 19404 w 5617397"/>
              <a:gd name="connsiteY8" fmla="*/ 0 h 651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7397" h="6515077">
                <a:moveTo>
                  <a:pt x="19404" y="0"/>
                </a:moveTo>
                <a:cubicBezTo>
                  <a:pt x="1910976" y="283269"/>
                  <a:pt x="2640096" y="457539"/>
                  <a:pt x="5578148" y="533254"/>
                </a:cubicBezTo>
                <a:lnTo>
                  <a:pt x="5583422" y="1511971"/>
                </a:lnTo>
                <a:lnTo>
                  <a:pt x="4667069" y="1511971"/>
                </a:lnTo>
                <a:lnTo>
                  <a:pt x="4667069" y="4395542"/>
                </a:lnTo>
                <a:lnTo>
                  <a:pt x="5598960" y="4395542"/>
                </a:lnTo>
                <a:cubicBezTo>
                  <a:pt x="5597259" y="5094238"/>
                  <a:pt x="5619004" y="5816381"/>
                  <a:pt x="5617303" y="6515077"/>
                </a:cubicBezTo>
                <a:lnTo>
                  <a:pt x="0" y="6494064"/>
                </a:lnTo>
                <a:lnTo>
                  <a:pt x="19404" y="0"/>
                </a:lnTo>
                <a:close/>
              </a:path>
            </a:pathLst>
          </a:custGeom>
          <a:solidFill>
            <a:schemeClr val="bg1"/>
          </a:solidFill>
        </p:spPr>
        <p:txBody>
          <a:bodyPr wrap="square" anchor="ctr">
            <a:noAutofit/>
          </a:bodyPr>
          <a:lstStyle>
            <a:lvl1pPr marL="0" indent="0" algn="ctr">
              <a:buNone/>
              <a:defRPr b="0">
                <a:solidFill>
                  <a:schemeClr val="bg1"/>
                </a:solidFill>
                <a:latin typeface="Calibri" panose="020F0502020204030204" pitchFamily="34" charset="0"/>
                <a:cs typeface="Calibri" panose="020F0502020204030204" pitchFamily="34" charset="0"/>
              </a:defRPr>
            </a:lvl1pPr>
          </a:lstStyle>
          <a:p>
            <a:r>
              <a:rPr lang="en-US" dirty="0"/>
              <a:t>Click to insert image</a:t>
            </a:r>
          </a:p>
        </p:txBody>
      </p:sp>
      <p:sp>
        <p:nvSpPr>
          <p:cNvPr id="7" name="Title 1">
            <a:extLst>
              <a:ext uri="{FF2B5EF4-FFF2-40B4-BE49-F238E27FC236}">
                <a16:creationId xmlns:a16="http://schemas.microsoft.com/office/drawing/2014/main" id="{BCFC041C-5F6C-8332-440F-6E59DD51D83D}"/>
              </a:ext>
            </a:extLst>
          </p:cNvPr>
          <p:cNvSpPr>
            <a:spLocks noGrp="1"/>
          </p:cNvSpPr>
          <p:nvPr>
            <p:ph type="ctrTitle" hasCustomPrompt="1"/>
          </p:nvPr>
        </p:nvSpPr>
        <p:spPr>
          <a:xfrm>
            <a:off x="4895850" y="2429071"/>
            <a:ext cx="5892800" cy="1304376"/>
          </a:xfrm>
          <a:prstGeom prst="rect">
            <a:avLst/>
          </a:prstGeom>
        </p:spPr>
        <p:txBody>
          <a:bodyPr anchor="b"/>
          <a:lstStyle>
            <a:lvl1pPr marL="0" indent="0" algn="l">
              <a:buFont typeface="Arial" panose="020B0604020202020204" pitchFamily="34" charset="0"/>
              <a:buNone/>
              <a:defRPr sz="4000" b="1">
                <a:solidFill>
                  <a:schemeClr val="bg1">
                    <a:lumMod val="25000"/>
                  </a:schemeClr>
                </a:solidFill>
                <a:latin typeface="Georgia" panose="02040502050405020303" pitchFamily="18" charset="0"/>
              </a:defRPr>
            </a:lvl1pPr>
          </a:lstStyle>
          <a:p>
            <a:r>
              <a:rPr lang="en-US" dirty="0"/>
              <a:t>Click to edit</a:t>
            </a:r>
            <a:br>
              <a:rPr lang="en-US" dirty="0"/>
            </a:br>
            <a:r>
              <a:rPr lang="en-US" dirty="0"/>
              <a:t>Section title style</a:t>
            </a:r>
          </a:p>
        </p:txBody>
      </p:sp>
      <p:sp>
        <p:nvSpPr>
          <p:cNvPr id="8" name="Subtitle 2">
            <a:extLst>
              <a:ext uri="{FF2B5EF4-FFF2-40B4-BE49-F238E27FC236}">
                <a16:creationId xmlns:a16="http://schemas.microsoft.com/office/drawing/2014/main" id="{A1D2E32D-88B0-BC8E-41FF-95CB57C19EAD}"/>
              </a:ext>
            </a:extLst>
          </p:cNvPr>
          <p:cNvSpPr>
            <a:spLocks noGrp="1"/>
          </p:cNvSpPr>
          <p:nvPr>
            <p:ph type="subTitle" idx="1" hasCustomPrompt="1"/>
          </p:nvPr>
        </p:nvSpPr>
        <p:spPr>
          <a:xfrm>
            <a:off x="4895850" y="3955832"/>
            <a:ext cx="5720522" cy="338961"/>
          </a:xfrm>
          <a:prstGeom prst="rect">
            <a:avLst/>
          </a:prstGeom>
        </p:spPr>
        <p:txBody>
          <a:bodyPr/>
          <a:lstStyle>
            <a:lvl1pPr marL="0" indent="0" algn="l">
              <a:buNone/>
              <a:defRPr sz="2000">
                <a:solidFill>
                  <a:srgbClr val="971B2F"/>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sp>
        <p:nvSpPr>
          <p:cNvPr id="2" name="Footer Placeholder 1">
            <a:extLst>
              <a:ext uri="{FF2B5EF4-FFF2-40B4-BE49-F238E27FC236}">
                <a16:creationId xmlns:a16="http://schemas.microsoft.com/office/drawing/2014/main" id="{82E3BB8A-39E8-4134-D87E-6FD794DBC1D5}"/>
              </a:ext>
            </a:extLst>
          </p:cNvPr>
          <p:cNvSpPr>
            <a:spLocks noGrp="1"/>
          </p:cNvSpPr>
          <p:nvPr>
            <p:ph type="ftr" sz="quarter" idx="14"/>
          </p:nvPr>
        </p:nvSpPr>
        <p:spPr/>
        <p:txBody>
          <a:bodyPr/>
          <a:lstStyle/>
          <a:p>
            <a:endParaRPr lang="en-US" dirty="0"/>
          </a:p>
        </p:txBody>
      </p:sp>
      <p:sp>
        <p:nvSpPr>
          <p:cNvPr id="3" name="Slide Number Placeholder 2">
            <a:extLst>
              <a:ext uri="{FF2B5EF4-FFF2-40B4-BE49-F238E27FC236}">
                <a16:creationId xmlns:a16="http://schemas.microsoft.com/office/drawing/2014/main" id="{9B1ACC35-9761-49FA-ADB2-0F97F7786272}"/>
              </a:ext>
            </a:extLst>
          </p:cNvPr>
          <p:cNvSpPr>
            <a:spLocks noGrp="1"/>
          </p:cNvSpPr>
          <p:nvPr>
            <p:ph type="sldNum" sz="quarter" idx="15"/>
          </p:nvPr>
        </p:nvSpPr>
        <p:spPr>
          <a:xfrm>
            <a:off x="8045450" y="6202909"/>
            <a:ext cx="2743200" cy="365125"/>
          </a:xfrm>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3034951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Slide WITH Image Red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0C09926-7E22-5224-7340-10A58AFDE977}"/>
              </a:ext>
            </a:extLst>
          </p:cNvPr>
          <p:cNvSpPr>
            <a:spLocks noGrp="1"/>
          </p:cNvSpPr>
          <p:nvPr>
            <p:ph type="pic" sz="quarter" idx="13" hasCustomPrompt="1"/>
          </p:nvPr>
        </p:nvSpPr>
        <p:spPr>
          <a:xfrm>
            <a:off x="-37919" y="393847"/>
            <a:ext cx="5617397" cy="6515077"/>
          </a:xfrm>
          <a:custGeom>
            <a:avLst/>
            <a:gdLst>
              <a:gd name="connsiteX0" fmla="*/ 54574 w 5640750"/>
              <a:gd name="connsiteY0" fmla="*/ 0 h 5624123"/>
              <a:gd name="connsiteX1" fmla="*/ 5613318 w 5640750"/>
              <a:gd name="connsiteY1" fmla="*/ 533254 h 5624123"/>
              <a:gd name="connsiteX2" fmla="*/ 5618592 w 5640750"/>
              <a:gd name="connsiteY2" fmla="*/ 1511971 h 5624123"/>
              <a:gd name="connsiteX3" fmla="*/ 4702239 w 5640750"/>
              <a:gd name="connsiteY3" fmla="*/ 1511971 h 5624123"/>
              <a:gd name="connsiteX4" fmla="*/ 4702239 w 5640750"/>
              <a:gd name="connsiteY4" fmla="*/ 4395542 h 5624123"/>
              <a:gd name="connsiteX5" fmla="*/ 5634130 w 5640750"/>
              <a:gd name="connsiteY5" fmla="*/ 4395542 h 5624123"/>
              <a:gd name="connsiteX6" fmla="*/ 5640750 w 5640750"/>
              <a:gd name="connsiteY6" fmla="*/ 5624123 h 5624123"/>
              <a:gd name="connsiteX7" fmla="*/ 0 w 5640750"/>
              <a:gd name="connsiteY7" fmla="*/ 5614833 h 5624123"/>
              <a:gd name="connsiteX0" fmla="*/ 54574 w 5652473"/>
              <a:gd name="connsiteY0" fmla="*/ 0 h 6491631"/>
              <a:gd name="connsiteX1" fmla="*/ 5613318 w 5652473"/>
              <a:gd name="connsiteY1" fmla="*/ 533254 h 6491631"/>
              <a:gd name="connsiteX2" fmla="*/ 5618592 w 5652473"/>
              <a:gd name="connsiteY2" fmla="*/ 1511971 h 6491631"/>
              <a:gd name="connsiteX3" fmla="*/ 4702239 w 5652473"/>
              <a:gd name="connsiteY3" fmla="*/ 1511971 h 6491631"/>
              <a:gd name="connsiteX4" fmla="*/ 4702239 w 5652473"/>
              <a:gd name="connsiteY4" fmla="*/ 4395542 h 6491631"/>
              <a:gd name="connsiteX5" fmla="*/ 5634130 w 5652473"/>
              <a:gd name="connsiteY5" fmla="*/ 4395542 h 6491631"/>
              <a:gd name="connsiteX6" fmla="*/ 5652473 w 5652473"/>
              <a:gd name="connsiteY6" fmla="*/ 6491631 h 6491631"/>
              <a:gd name="connsiteX7" fmla="*/ 0 w 5652473"/>
              <a:gd name="connsiteY7" fmla="*/ 5614833 h 6491631"/>
              <a:gd name="connsiteX8" fmla="*/ 54574 w 5652473"/>
              <a:gd name="connsiteY8" fmla="*/ 0 h 6491631"/>
              <a:gd name="connsiteX0" fmla="*/ 19404 w 5617303"/>
              <a:gd name="connsiteY0" fmla="*/ 0 h 6494064"/>
              <a:gd name="connsiteX1" fmla="*/ 5578148 w 5617303"/>
              <a:gd name="connsiteY1" fmla="*/ 533254 h 6494064"/>
              <a:gd name="connsiteX2" fmla="*/ 5583422 w 5617303"/>
              <a:gd name="connsiteY2" fmla="*/ 1511971 h 6494064"/>
              <a:gd name="connsiteX3" fmla="*/ 4667069 w 5617303"/>
              <a:gd name="connsiteY3" fmla="*/ 1511971 h 6494064"/>
              <a:gd name="connsiteX4" fmla="*/ 4667069 w 5617303"/>
              <a:gd name="connsiteY4" fmla="*/ 4395542 h 6494064"/>
              <a:gd name="connsiteX5" fmla="*/ 5598960 w 5617303"/>
              <a:gd name="connsiteY5" fmla="*/ 4395542 h 6494064"/>
              <a:gd name="connsiteX6" fmla="*/ 5617303 w 5617303"/>
              <a:gd name="connsiteY6" fmla="*/ 6491631 h 6494064"/>
              <a:gd name="connsiteX7" fmla="*/ 0 w 5617303"/>
              <a:gd name="connsiteY7" fmla="*/ 6494064 h 6494064"/>
              <a:gd name="connsiteX8" fmla="*/ 19404 w 5617303"/>
              <a:gd name="connsiteY8" fmla="*/ 0 h 6494064"/>
              <a:gd name="connsiteX0" fmla="*/ 19404 w 5598960"/>
              <a:gd name="connsiteY0" fmla="*/ 0 h 6494064"/>
              <a:gd name="connsiteX1" fmla="*/ 5578148 w 5598960"/>
              <a:gd name="connsiteY1" fmla="*/ 533254 h 6494064"/>
              <a:gd name="connsiteX2" fmla="*/ 5583422 w 5598960"/>
              <a:gd name="connsiteY2" fmla="*/ 1511971 h 6494064"/>
              <a:gd name="connsiteX3" fmla="*/ 4667069 w 5598960"/>
              <a:gd name="connsiteY3" fmla="*/ 1511971 h 6494064"/>
              <a:gd name="connsiteX4" fmla="*/ 4667069 w 5598960"/>
              <a:gd name="connsiteY4" fmla="*/ 4395542 h 6494064"/>
              <a:gd name="connsiteX5" fmla="*/ 5598960 w 5598960"/>
              <a:gd name="connsiteY5" fmla="*/ 4395542 h 6494064"/>
              <a:gd name="connsiteX6" fmla="*/ 5593856 w 5598960"/>
              <a:gd name="connsiteY6" fmla="*/ 6491631 h 6494064"/>
              <a:gd name="connsiteX7" fmla="*/ 0 w 5598960"/>
              <a:gd name="connsiteY7" fmla="*/ 6494064 h 6494064"/>
              <a:gd name="connsiteX8" fmla="*/ 19404 w 5598960"/>
              <a:gd name="connsiteY8" fmla="*/ 0 h 6494064"/>
              <a:gd name="connsiteX0" fmla="*/ 19404 w 5617397"/>
              <a:gd name="connsiteY0" fmla="*/ 0 h 6515077"/>
              <a:gd name="connsiteX1" fmla="*/ 5578148 w 5617397"/>
              <a:gd name="connsiteY1" fmla="*/ 533254 h 6515077"/>
              <a:gd name="connsiteX2" fmla="*/ 5583422 w 5617397"/>
              <a:gd name="connsiteY2" fmla="*/ 1511971 h 6515077"/>
              <a:gd name="connsiteX3" fmla="*/ 4667069 w 5617397"/>
              <a:gd name="connsiteY3" fmla="*/ 1511971 h 6515077"/>
              <a:gd name="connsiteX4" fmla="*/ 4667069 w 5617397"/>
              <a:gd name="connsiteY4" fmla="*/ 4395542 h 6515077"/>
              <a:gd name="connsiteX5" fmla="*/ 5598960 w 5617397"/>
              <a:gd name="connsiteY5" fmla="*/ 4395542 h 6515077"/>
              <a:gd name="connsiteX6" fmla="*/ 5617303 w 5617397"/>
              <a:gd name="connsiteY6" fmla="*/ 6515077 h 6515077"/>
              <a:gd name="connsiteX7" fmla="*/ 0 w 5617397"/>
              <a:gd name="connsiteY7" fmla="*/ 6494064 h 6515077"/>
              <a:gd name="connsiteX8" fmla="*/ 19404 w 5617397"/>
              <a:gd name="connsiteY8" fmla="*/ 0 h 6515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7397" h="6515077">
                <a:moveTo>
                  <a:pt x="19404" y="0"/>
                </a:moveTo>
                <a:cubicBezTo>
                  <a:pt x="1910976" y="283269"/>
                  <a:pt x="2640096" y="457539"/>
                  <a:pt x="5578148" y="533254"/>
                </a:cubicBezTo>
                <a:lnTo>
                  <a:pt x="5583422" y="1511971"/>
                </a:lnTo>
                <a:lnTo>
                  <a:pt x="4667069" y="1511971"/>
                </a:lnTo>
                <a:lnTo>
                  <a:pt x="4667069" y="4395542"/>
                </a:lnTo>
                <a:lnTo>
                  <a:pt x="5598960" y="4395542"/>
                </a:lnTo>
                <a:cubicBezTo>
                  <a:pt x="5597259" y="5094238"/>
                  <a:pt x="5619004" y="5816381"/>
                  <a:pt x="5617303" y="6515077"/>
                </a:cubicBezTo>
                <a:lnTo>
                  <a:pt x="0" y="6494064"/>
                </a:lnTo>
                <a:lnTo>
                  <a:pt x="19404" y="0"/>
                </a:lnTo>
                <a:close/>
              </a:path>
            </a:pathLst>
          </a:custGeom>
          <a:solidFill>
            <a:schemeClr val="bg1"/>
          </a:solidFill>
        </p:spPr>
        <p:txBody>
          <a:bodyPr wrap="square" anchor="ctr">
            <a:noAutofit/>
          </a:bodyPr>
          <a:lstStyle>
            <a:lvl1pPr marL="0" indent="0" algn="ctr">
              <a:buNone/>
              <a:defRPr b="0">
                <a:solidFill>
                  <a:schemeClr val="bg1"/>
                </a:solidFill>
                <a:latin typeface="Calibri" panose="020F0502020204030204" pitchFamily="34" charset="0"/>
                <a:cs typeface="Calibri" panose="020F0502020204030204" pitchFamily="34" charset="0"/>
              </a:defRPr>
            </a:lvl1pPr>
          </a:lstStyle>
          <a:p>
            <a:r>
              <a:rPr lang="en-US" dirty="0"/>
              <a:t>Click to insert image</a:t>
            </a:r>
          </a:p>
        </p:txBody>
      </p:sp>
      <p:sp>
        <p:nvSpPr>
          <p:cNvPr id="2" name="Title 1">
            <a:extLst>
              <a:ext uri="{FF2B5EF4-FFF2-40B4-BE49-F238E27FC236}">
                <a16:creationId xmlns:a16="http://schemas.microsoft.com/office/drawing/2014/main" id="{16E5C2DC-A7EB-9F22-4993-930977A96777}"/>
              </a:ext>
            </a:extLst>
          </p:cNvPr>
          <p:cNvSpPr>
            <a:spLocks noGrp="1"/>
          </p:cNvSpPr>
          <p:nvPr>
            <p:ph type="ctrTitle" hasCustomPrompt="1"/>
          </p:nvPr>
        </p:nvSpPr>
        <p:spPr>
          <a:xfrm>
            <a:off x="4895850" y="2429071"/>
            <a:ext cx="5892800" cy="1304376"/>
          </a:xfrm>
          <a:prstGeom prst="rect">
            <a:avLst/>
          </a:prstGeom>
        </p:spPr>
        <p:txBody>
          <a:bodyPr anchor="b"/>
          <a:lstStyle>
            <a:lvl1pPr marL="0" indent="0" algn="l">
              <a:buFont typeface="Arial" panose="020B0604020202020204" pitchFamily="34" charset="0"/>
              <a:buNone/>
              <a:defRPr sz="4000" b="1">
                <a:solidFill>
                  <a:srgbClr val="BA0C2E"/>
                </a:solidFill>
                <a:latin typeface="Georgia" panose="02040502050405020303" pitchFamily="18" charset="0"/>
              </a:defRPr>
            </a:lvl1pPr>
          </a:lstStyle>
          <a:p>
            <a:r>
              <a:rPr lang="en-US" dirty="0"/>
              <a:t>Click to edit</a:t>
            </a:r>
            <a:br>
              <a:rPr lang="en-US" dirty="0"/>
            </a:br>
            <a:r>
              <a:rPr lang="en-US" dirty="0"/>
              <a:t>Section title style</a:t>
            </a:r>
          </a:p>
        </p:txBody>
      </p:sp>
      <p:sp>
        <p:nvSpPr>
          <p:cNvPr id="3" name="Subtitle 2">
            <a:extLst>
              <a:ext uri="{FF2B5EF4-FFF2-40B4-BE49-F238E27FC236}">
                <a16:creationId xmlns:a16="http://schemas.microsoft.com/office/drawing/2014/main" id="{EF80707D-23E8-9928-E83A-ED95BA0F6143}"/>
              </a:ext>
            </a:extLst>
          </p:cNvPr>
          <p:cNvSpPr>
            <a:spLocks noGrp="1"/>
          </p:cNvSpPr>
          <p:nvPr>
            <p:ph type="subTitle" idx="1" hasCustomPrompt="1"/>
          </p:nvPr>
        </p:nvSpPr>
        <p:spPr>
          <a:xfrm>
            <a:off x="4895850" y="3955832"/>
            <a:ext cx="5720522" cy="338961"/>
          </a:xfrm>
          <a:prstGeom prst="rect">
            <a:avLst/>
          </a:prstGeom>
        </p:spPr>
        <p:txBody>
          <a:bodyPr/>
          <a:lstStyle>
            <a:lvl1pPr marL="0" indent="0" algn="l">
              <a:buNone/>
              <a:defRPr sz="2000">
                <a:solidFill>
                  <a:srgbClr val="404040"/>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sp>
        <p:nvSpPr>
          <p:cNvPr id="4" name="Footer Placeholder 3">
            <a:extLst>
              <a:ext uri="{FF2B5EF4-FFF2-40B4-BE49-F238E27FC236}">
                <a16:creationId xmlns:a16="http://schemas.microsoft.com/office/drawing/2014/main" id="{79669D9D-3BC6-D1F7-E1FF-20B4E7909016}"/>
              </a:ext>
            </a:extLst>
          </p:cNvPr>
          <p:cNvSpPr>
            <a:spLocks noGrp="1"/>
          </p:cNvSpPr>
          <p:nvPr>
            <p:ph type="ftr" sz="quarter" idx="14"/>
          </p:nvPr>
        </p:nvSpPr>
        <p:spPr/>
        <p:txBody>
          <a:bodyPr/>
          <a:lstStyle/>
          <a:p>
            <a:endParaRPr lang="en-US" dirty="0"/>
          </a:p>
        </p:txBody>
      </p:sp>
      <p:sp>
        <p:nvSpPr>
          <p:cNvPr id="5" name="Slide Number Placeholder 4">
            <a:extLst>
              <a:ext uri="{FF2B5EF4-FFF2-40B4-BE49-F238E27FC236}">
                <a16:creationId xmlns:a16="http://schemas.microsoft.com/office/drawing/2014/main" id="{571F253B-F1E7-F14D-06FD-334EA2BA9060}"/>
              </a:ext>
            </a:extLst>
          </p:cNvPr>
          <p:cNvSpPr>
            <a:spLocks noGrp="1"/>
          </p:cNvSpPr>
          <p:nvPr>
            <p:ph type="sldNum" sz="quarter" idx="15"/>
          </p:nvPr>
        </p:nvSpPr>
        <p:spPr>
          <a:xfrm>
            <a:off x="8045450" y="6202909"/>
            <a:ext cx="2743200" cy="365125"/>
          </a:xfrm>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3738400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B042306-D671-4D74-BEF1-5E8A54C8F42B}"/>
              </a:ext>
            </a:extLst>
          </p:cNvPr>
          <p:cNvSpPr>
            <a:spLocks noGrp="1"/>
          </p:cNvSpPr>
          <p:nvPr>
            <p:ph type="title"/>
          </p:nvPr>
        </p:nvSpPr>
        <p:spPr>
          <a:xfrm>
            <a:off x="838200" y="1217142"/>
            <a:ext cx="10515600" cy="547688"/>
          </a:xfrm>
          <a:prstGeom prst="rect">
            <a:avLst/>
          </a:prstGeom>
        </p:spPr>
        <p:txBody>
          <a:bodyPr/>
          <a:lstStyle>
            <a:lvl1pPr>
              <a:defRPr sz="3500" b="1">
                <a:solidFill>
                  <a:schemeClr val="bg1">
                    <a:lumMod val="25000"/>
                  </a:schemeClr>
                </a:solidFill>
                <a:latin typeface="Georgia" panose="02040502050405020303" pitchFamily="18" charset="0"/>
              </a:defRPr>
            </a:lvl1pPr>
          </a:lstStyle>
          <a:p>
            <a:r>
              <a:rPr lang="en-US" dirty="0"/>
              <a:t>Click to edit Master title style</a:t>
            </a:r>
          </a:p>
        </p:txBody>
      </p:sp>
      <p:sp>
        <p:nvSpPr>
          <p:cNvPr id="8" name="Content Placeholder 2">
            <a:extLst>
              <a:ext uri="{FF2B5EF4-FFF2-40B4-BE49-F238E27FC236}">
                <a16:creationId xmlns:a16="http://schemas.microsoft.com/office/drawing/2014/main" id="{C666ACFB-B585-8F97-6512-89D30C37B145}"/>
              </a:ext>
            </a:extLst>
          </p:cNvPr>
          <p:cNvSpPr>
            <a:spLocks noGrp="1"/>
          </p:cNvSpPr>
          <p:nvPr>
            <p:ph sz="half" idx="1"/>
          </p:nvPr>
        </p:nvSpPr>
        <p:spPr>
          <a:xfrm>
            <a:off x="838200" y="2757017"/>
            <a:ext cx="4857750" cy="3736975"/>
          </a:xfrm>
          <a:prstGeom prst="rect">
            <a:avLst/>
          </a:prstGeom>
        </p:spPr>
        <p:txBody>
          <a:bodyPr/>
          <a:lstStyle>
            <a:lvl1pPr>
              <a:defRPr sz="2400">
                <a:solidFill>
                  <a:schemeClr val="bg1">
                    <a:lumMod val="25000"/>
                  </a:schemeClr>
                </a:solidFill>
                <a:latin typeface="Calibri" panose="020F0502020204030204" pitchFamily="34" charset="0"/>
                <a:cs typeface="Calibri" panose="020F0502020204030204" pitchFamily="34" charset="0"/>
              </a:defRPr>
            </a:lvl1pPr>
            <a:lvl2pPr>
              <a:defRPr sz="2200">
                <a:solidFill>
                  <a:schemeClr val="bg1">
                    <a:lumMod val="25000"/>
                  </a:schemeClr>
                </a:solidFill>
                <a:latin typeface="Calibri" panose="020F0502020204030204" pitchFamily="34" charset="0"/>
                <a:cs typeface="Calibri" panose="020F0502020204030204" pitchFamily="34" charset="0"/>
              </a:defRPr>
            </a:lvl2pPr>
            <a:lvl3pPr>
              <a:defRPr>
                <a:solidFill>
                  <a:schemeClr val="bg1">
                    <a:lumMod val="25000"/>
                  </a:schemeClr>
                </a:solidFill>
                <a:latin typeface="Calibri" panose="020F0502020204030204" pitchFamily="34" charset="0"/>
                <a:cs typeface="Calibri" panose="020F0502020204030204" pitchFamily="34" charset="0"/>
              </a:defRPr>
            </a:lvl3pPr>
            <a:lvl4pPr>
              <a:defRPr>
                <a:solidFill>
                  <a:schemeClr val="bg1">
                    <a:lumMod val="25000"/>
                  </a:schemeClr>
                </a:solidFill>
                <a:latin typeface="Calibri" panose="020F0502020204030204" pitchFamily="34" charset="0"/>
                <a:cs typeface="Calibri" panose="020F0502020204030204" pitchFamily="34" charset="0"/>
              </a:defRPr>
            </a:lvl4pPr>
            <a:lvl5pPr>
              <a:defRPr>
                <a:solidFill>
                  <a:schemeClr val="bg1">
                    <a:lumMod val="25000"/>
                  </a:schemeClr>
                </a:solidFill>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DEDF6065-474D-2658-8576-DE1957D121FB}"/>
              </a:ext>
            </a:extLst>
          </p:cNvPr>
          <p:cNvSpPr>
            <a:spLocks noGrp="1"/>
          </p:cNvSpPr>
          <p:nvPr>
            <p:ph sz="half" idx="2"/>
          </p:nvPr>
        </p:nvSpPr>
        <p:spPr>
          <a:xfrm>
            <a:off x="6000750" y="2757017"/>
            <a:ext cx="4857750" cy="3736975"/>
          </a:xfrm>
          <a:prstGeom prst="rect">
            <a:avLst/>
          </a:prstGeom>
        </p:spPr>
        <p:txBody>
          <a:bodyPr/>
          <a:lstStyle>
            <a:lvl1pPr>
              <a:defRPr sz="2400">
                <a:solidFill>
                  <a:schemeClr val="bg1">
                    <a:lumMod val="25000"/>
                  </a:schemeClr>
                </a:solidFill>
              </a:defRPr>
            </a:lvl1pPr>
            <a:lvl2pPr>
              <a:defRPr sz="2200">
                <a:solidFill>
                  <a:schemeClr val="bg1">
                    <a:lumMod val="25000"/>
                  </a:schemeClr>
                </a:solidFill>
              </a:defRPr>
            </a:lvl2pPr>
            <a:lvl3pPr>
              <a:defRPr>
                <a:solidFill>
                  <a:schemeClr val="bg1">
                    <a:lumMod val="25000"/>
                  </a:schemeClr>
                </a:solidFill>
              </a:defRPr>
            </a:lvl3pPr>
            <a:lvl4pPr>
              <a:defRPr>
                <a:solidFill>
                  <a:schemeClr val="bg1">
                    <a:lumMod val="25000"/>
                  </a:schemeClr>
                </a:solidFill>
              </a:defRPr>
            </a:lvl4pPr>
            <a:lvl5pPr>
              <a:defRPr>
                <a:solidFill>
                  <a:schemeClr val="bg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3">
            <a:extLst>
              <a:ext uri="{FF2B5EF4-FFF2-40B4-BE49-F238E27FC236}">
                <a16:creationId xmlns:a16="http://schemas.microsoft.com/office/drawing/2014/main" id="{E75F85AF-2AAE-8DE0-52F9-35E073F0A653}"/>
              </a:ext>
            </a:extLst>
          </p:cNvPr>
          <p:cNvSpPr>
            <a:spLocks noGrp="1"/>
          </p:cNvSpPr>
          <p:nvPr>
            <p:ph type="body" sz="quarter" idx="10" hasCustomPrompt="1"/>
          </p:nvPr>
        </p:nvSpPr>
        <p:spPr>
          <a:xfrm>
            <a:off x="838200" y="1882305"/>
            <a:ext cx="10515600" cy="557212"/>
          </a:xfrm>
          <a:prstGeom prst="rect">
            <a:avLst/>
          </a:prstGeom>
          <a:noFill/>
        </p:spPr>
        <p:txBody>
          <a:bodyPr/>
          <a:lstStyle>
            <a:lvl1pPr marL="0" indent="0">
              <a:buNone/>
              <a:defRPr b="1">
                <a:solidFill>
                  <a:srgbClr val="971B2F"/>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0" dirty="0">
                <a:solidFill>
                  <a:schemeClr val="tx1"/>
                </a:solidFill>
                <a:latin typeface="Calibri" panose="020F0502020204030204" pitchFamily="34" charset="0"/>
                <a:cs typeface="Calibri" panose="020F0502020204030204" pitchFamily="34" charset="0"/>
              </a:rPr>
              <a:t>Click to edit Master subtitle style</a:t>
            </a:r>
          </a:p>
        </p:txBody>
      </p:sp>
      <p:sp>
        <p:nvSpPr>
          <p:cNvPr id="2" name="Footer Placeholder 1">
            <a:extLst>
              <a:ext uri="{FF2B5EF4-FFF2-40B4-BE49-F238E27FC236}">
                <a16:creationId xmlns:a16="http://schemas.microsoft.com/office/drawing/2014/main" id="{F4E9AD9B-1761-2B86-408D-9E3369F2EAE4}"/>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C28E844F-8CF1-68B2-E9A7-BB24C006CC29}"/>
              </a:ext>
            </a:extLst>
          </p:cNvPr>
          <p:cNvSpPr>
            <a:spLocks noGrp="1"/>
          </p:cNvSpPr>
          <p:nvPr>
            <p:ph type="sldNum" sz="quarter" idx="12"/>
          </p:nvPr>
        </p:nvSpPr>
        <p:spPr>
          <a:xfrm>
            <a:off x="8115300" y="6202909"/>
            <a:ext cx="2743200" cy="365125"/>
          </a:xfrm>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808288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with Tex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B042306-D671-4D74-BEF1-5E8A54C8F42B}"/>
              </a:ext>
            </a:extLst>
          </p:cNvPr>
          <p:cNvSpPr>
            <a:spLocks noGrp="1"/>
          </p:cNvSpPr>
          <p:nvPr>
            <p:ph type="title"/>
          </p:nvPr>
        </p:nvSpPr>
        <p:spPr>
          <a:xfrm>
            <a:off x="838200" y="1217142"/>
            <a:ext cx="10515600" cy="547688"/>
          </a:xfrm>
          <a:prstGeom prst="rect">
            <a:avLst/>
          </a:prstGeom>
        </p:spPr>
        <p:txBody>
          <a:bodyPr/>
          <a:lstStyle>
            <a:lvl1pPr>
              <a:defRPr sz="3500" b="1">
                <a:solidFill>
                  <a:schemeClr val="bg1">
                    <a:lumMod val="25000"/>
                  </a:schemeClr>
                </a:solidFill>
                <a:latin typeface="Georgia" panose="02040502050405020303" pitchFamily="18" charset="0"/>
              </a:defRPr>
            </a:lvl1pPr>
          </a:lstStyle>
          <a:p>
            <a:r>
              <a:rPr lang="en-US" dirty="0"/>
              <a:t>Click to edit Master title style</a:t>
            </a:r>
          </a:p>
        </p:txBody>
      </p:sp>
      <p:sp>
        <p:nvSpPr>
          <p:cNvPr id="9" name="Content Placeholder 3">
            <a:extLst>
              <a:ext uri="{FF2B5EF4-FFF2-40B4-BE49-F238E27FC236}">
                <a16:creationId xmlns:a16="http://schemas.microsoft.com/office/drawing/2014/main" id="{DEDF6065-474D-2658-8576-DE1957D121FB}"/>
              </a:ext>
            </a:extLst>
          </p:cNvPr>
          <p:cNvSpPr>
            <a:spLocks noGrp="1"/>
          </p:cNvSpPr>
          <p:nvPr>
            <p:ph sz="half" idx="2"/>
          </p:nvPr>
        </p:nvSpPr>
        <p:spPr>
          <a:xfrm>
            <a:off x="5448300" y="2684462"/>
            <a:ext cx="5448300" cy="3736975"/>
          </a:xfrm>
          <a:prstGeom prst="rect">
            <a:avLst/>
          </a:prstGeom>
        </p:spPr>
        <p:txBody>
          <a:bodyPr/>
          <a:lstStyle>
            <a:lvl1pPr>
              <a:defRPr sz="2400">
                <a:solidFill>
                  <a:schemeClr val="bg1">
                    <a:lumMod val="25000"/>
                  </a:schemeClr>
                </a:solidFill>
              </a:defRPr>
            </a:lvl1pPr>
            <a:lvl2pPr>
              <a:defRPr sz="2200">
                <a:solidFill>
                  <a:schemeClr val="bg1">
                    <a:lumMod val="25000"/>
                  </a:schemeClr>
                </a:solidFill>
              </a:defRPr>
            </a:lvl2pPr>
            <a:lvl3pPr>
              <a:defRPr>
                <a:solidFill>
                  <a:schemeClr val="bg1">
                    <a:lumMod val="25000"/>
                  </a:schemeClr>
                </a:solidFill>
              </a:defRPr>
            </a:lvl3pPr>
            <a:lvl4pPr>
              <a:defRPr>
                <a:solidFill>
                  <a:schemeClr val="bg1">
                    <a:lumMod val="25000"/>
                  </a:schemeClr>
                </a:solidFill>
              </a:defRPr>
            </a:lvl4pPr>
            <a:lvl5pPr>
              <a:defRPr>
                <a:solidFill>
                  <a:schemeClr val="bg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3">
            <a:extLst>
              <a:ext uri="{FF2B5EF4-FFF2-40B4-BE49-F238E27FC236}">
                <a16:creationId xmlns:a16="http://schemas.microsoft.com/office/drawing/2014/main" id="{E75F85AF-2AAE-8DE0-52F9-35E073F0A653}"/>
              </a:ext>
            </a:extLst>
          </p:cNvPr>
          <p:cNvSpPr>
            <a:spLocks noGrp="1"/>
          </p:cNvSpPr>
          <p:nvPr>
            <p:ph type="body" sz="quarter" idx="10" hasCustomPrompt="1"/>
          </p:nvPr>
        </p:nvSpPr>
        <p:spPr>
          <a:xfrm>
            <a:off x="838200" y="1882305"/>
            <a:ext cx="10515600" cy="557212"/>
          </a:xfrm>
          <a:prstGeom prst="rect">
            <a:avLst/>
          </a:prstGeom>
        </p:spPr>
        <p:txBody>
          <a:bodyPr/>
          <a:lstStyle>
            <a:lvl1pPr marL="0" indent="0">
              <a:buNone/>
              <a:defRPr b="1">
                <a:solidFill>
                  <a:srgbClr val="971B2F"/>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0" dirty="0">
                <a:solidFill>
                  <a:schemeClr val="tx1"/>
                </a:solidFill>
                <a:latin typeface="Calibri" panose="020F0502020204030204" pitchFamily="34" charset="0"/>
                <a:cs typeface="Calibri" panose="020F0502020204030204" pitchFamily="34" charset="0"/>
              </a:rPr>
              <a:t>Click to edit Master subtitle style</a:t>
            </a:r>
          </a:p>
        </p:txBody>
      </p:sp>
      <p:sp>
        <p:nvSpPr>
          <p:cNvPr id="3" name="Picture Placeholder 2">
            <a:extLst>
              <a:ext uri="{FF2B5EF4-FFF2-40B4-BE49-F238E27FC236}">
                <a16:creationId xmlns:a16="http://schemas.microsoft.com/office/drawing/2014/main" id="{6DD1BF8A-BEB9-71E8-00CA-AFF8E3053A8A}"/>
              </a:ext>
            </a:extLst>
          </p:cNvPr>
          <p:cNvSpPr>
            <a:spLocks noGrp="1"/>
          </p:cNvSpPr>
          <p:nvPr>
            <p:ph type="pic" sz="quarter" idx="11"/>
          </p:nvPr>
        </p:nvSpPr>
        <p:spPr>
          <a:xfrm>
            <a:off x="0" y="2990850"/>
            <a:ext cx="5010150" cy="3124200"/>
          </a:xfrm>
          <a:prstGeom prst="rect">
            <a:avLst/>
          </a:prstGeom>
        </p:spPr>
        <p:txBody>
          <a:bodyPr/>
          <a:lstStyle>
            <a:lvl1pPr marL="0" indent="0" algn="ctr">
              <a:buNone/>
              <a:defRPr>
                <a:solidFill>
                  <a:schemeClr val="bg1">
                    <a:lumMod val="10000"/>
                  </a:schemeClr>
                </a:solidFill>
                <a:latin typeface="Calibri" panose="020F0502020204030204" pitchFamily="34" charset="0"/>
                <a:cs typeface="Calibri" panose="020F0502020204030204" pitchFamily="34" charset="0"/>
              </a:defRPr>
            </a:lvl1pPr>
          </a:lstStyle>
          <a:p>
            <a:endParaRPr lang="en-US" dirty="0"/>
          </a:p>
        </p:txBody>
      </p:sp>
      <p:sp>
        <p:nvSpPr>
          <p:cNvPr id="2" name="Footer Placeholder 1">
            <a:extLst>
              <a:ext uri="{FF2B5EF4-FFF2-40B4-BE49-F238E27FC236}">
                <a16:creationId xmlns:a16="http://schemas.microsoft.com/office/drawing/2014/main" id="{D9E1492F-B3CE-D305-9469-15AF1BB152DC}"/>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EFCACFB7-C633-4B01-0D7B-BBEE0F184FD0}"/>
              </a:ext>
            </a:extLst>
          </p:cNvPr>
          <p:cNvSpPr>
            <a:spLocks noGrp="1"/>
          </p:cNvSpPr>
          <p:nvPr>
            <p:ph type="sldNum" sz="quarter" idx="13"/>
          </p:nvPr>
        </p:nvSpPr>
        <p:spPr>
          <a:xfrm>
            <a:off x="8153400" y="6202909"/>
            <a:ext cx="2743200" cy="365125"/>
          </a:xfrm>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20691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lide with Tex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B042306-D671-4D74-BEF1-5E8A54C8F42B}"/>
              </a:ext>
            </a:extLst>
          </p:cNvPr>
          <p:cNvSpPr>
            <a:spLocks noGrp="1"/>
          </p:cNvSpPr>
          <p:nvPr>
            <p:ph type="title"/>
          </p:nvPr>
        </p:nvSpPr>
        <p:spPr>
          <a:xfrm>
            <a:off x="838200" y="1217142"/>
            <a:ext cx="10515600" cy="547688"/>
          </a:xfrm>
          <a:prstGeom prst="rect">
            <a:avLst/>
          </a:prstGeom>
        </p:spPr>
        <p:txBody>
          <a:bodyPr/>
          <a:lstStyle>
            <a:lvl1pPr>
              <a:defRPr sz="3500" b="1">
                <a:solidFill>
                  <a:schemeClr val="bg1">
                    <a:lumMod val="25000"/>
                  </a:schemeClr>
                </a:solidFill>
                <a:latin typeface="Georgia" panose="02040502050405020303" pitchFamily="18" charset="0"/>
              </a:defRPr>
            </a:lvl1pPr>
          </a:lstStyle>
          <a:p>
            <a:r>
              <a:rPr lang="en-US" dirty="0"/>
              <a:t>Click to edit Master title style</a:t>
            </a:r>
          </a:p>
        </p:txBody>
      </p:sp>
      <p:sp>
        <p:nvSpPr>
          <p:cNvPr id="9" name="Content Placeholder 3">
            <a:extLst>
              <a:ext uri="{FF2B5EF4-FFF2-40B4-BE49-F238E27FC236}">
                <a16:creationId xmlns:a16="http://schemas.microsoft.com/office/drawing/2014/main" id="{DEDF6065-474D-2658-8576-DE1957D121FB}"/>
              </a:ext>
            </a:extLst>
          </p:cNvPr>
          <p:cNvSpPr>
            <a:spLocks noGrp="1"/>
          </p:cNvSpPr>
          <p:nvPr>
            <p:ph sz="half" idx="2"/>
          </p:nvPr>
        </p:nvSpPr>
        <p:spPr>
          <a:xfrm>
            <a:off x="838199" y="2684462"/>
            <a:ext cx="5769429" cy="3736975"/>
          </a:xfrm>
          <a:prstGeom prst="rect">
            <a:avLst/>
          </a:prstGeom>
        </p:spPr>
        <p:txBody>
          <a:bodyPr/>
          <a:lstStyle>
            <a:lvl1pPr>
              <a:defRPr sz="2400">
                <a:solidFill>
                  <a:schemeClr val="bg1">
                    <a:lumMod val="25000"/>
                  </a:schemeClr>
                </a:solidFill>
              </a:defRPr>
            </a:lvl1pPr>
            <a:lvl2pPr>
              <a:defRPr sz="2200">
                <a:solidFill>
                  <a:schemeClr val="bg1">
                    <a:lumMod val="25000"/>
                  </a:schemeClr>
                </a:solidFill>
              </a:defRPr>
            </a:lvl2pPr>
            <a:lvl3pPr>
              <a:defRPr>
                <a:solidFill>
                  <a:schemeClr val="bg1">
                    <a:lumMod val="25000"/>
                  </a:schemeClr>
                </a:solidFill>
              </a:defRPr>
            </a:lvl3pPr>
            <a:lvl4pPr>
              <a:defRPr>
                <a:solidFill>
                  <a:schemeClr val="bg1">
                    <a:lumMod val="25000"/>
                  </a:schemeClr>
                </a:solidFill>
              </a:defRPr>
            </a:lvl4pPr>
            <a:lvl5pPr>
              <a:defRPr>
                <a:solidFill>
                  <a:schemeClr val="bg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3">
            <a:extLst>
              <a:ext uri="{FF2B5EF4-FFF2-40B4-BE49-F238E27FC236}">
                <a16:creationId xmlns:a16="http://schemas.microsoft.com/office/drawing/2014/main" id="{E75F85AF-2AAE-8DE0-52F9-35E073F0A653}"/>
              </a:ext>
            </a:extLst>
          </p:cNvPr>
          <p:cNvSpPr>
            <a:spLocks noGrp="1"/>
          </p:cNvSpPr>
          <p:nvPr>
            <p:ph type="body" sz="quarter" idx="10" hasCustomPrompt="1"/>
          </p:nvPr>
        </p:nvSpPr>
        <p:spPr>
          <a:xfrm>
            <a:off x="838200" y="1882305"/>
            <a:ext cx="10515600" cy="557212"/>
          </a:xfrm>
          <a:prstGeom prst="rect">
            <a:avLst/>
          </a:prstGeom>
        </p:spPr>
        <p:txBody>
          <a:bodyPr/>
          <a:lstStyle>
            <a:lvl1pPr marL="0" indent="0">
              <a:buNone/>
              <a:defRPr b="1">
                <a:solidFill>
                  <a:srgbClr val="971B2F"/>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0" dirty="0">
                <a:solidFill>
                  <a:schemeClr val="tx1"/>
                </a:solidFill>
                <a:latin typeface="Calibri" panose="020F0502020204030204" pitchFamily="34" charset="0"/>
                <a:cs typeface="Calibri" panose="020F0502020204030204" pitchFamily="34" charset="0"/>
              </a:rPr>
              <a:t>Click to edit Master subtitle style</a:t>
            </a:r>
          </a:p>
        </p:txBody>
      </p:sp>
      <p:sp>
        <p:nvSpPr>
          <p:cNvPr id="2" name="Rectangle 1">
            <a:extLst>
              <a:ext uri="{FF2B5EF4-FFF2-40B4-BE49-F238E27FC236}">
                <a16:creationId xmlns:a16="http://schemas.microsoft.com/office/drawing/2014/main" id="{3E24AC2C-E111-31E8-5802-F77EB173EE75}"/>
              </a:ext>
            </a:extLst>
          </p:cNvPr>
          <p:cNvSpPr>
            <a:spLocks noChangeAspect="1"/>
          </p:cNvSpPr>
          <p:nvPr userDrawn="1"/>
        </p:nvSpPr>
        <p:spPr>
          <a:xfrm>
            <a:off x="10774017" y="5178287"/>
            <a:ext cx="1417983" cy="157038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6DD1BF8A-BEB9-71E8-00CA-AFF8E3053A8A}"/>
              </a:ext>
            </a:extLst>
          </p:cNvPr>
          <p:cNvSpPr>
            <a:spLocks noGrp="1"/>
          </p:cNvSpPr>
          <p:nvPr>
            <p:ph type="pic" sz="quarter" idx="11"/>
          </p:nvPr>
        </p:nvSpPr>
        <p:spPr>
          <a:xfrm>
            <a:off x="7181850" y="2990850"/>
            <a:ext cx="5010150" cy="3124200"/>
          </a:xfrm>
          <a:prstGeom prst="rect">
            <a:avLst/>
          </a:prstGeom>
        </p:spPr>
        <p:txBody>
          <a:bodyPr/>
          <a:lstStyle>
            <a:lvl1pPr marL="0" indent="0" algn="ctr">
              <a:buNone/>
              <a:defRPr>
                <a:solidFill>
                  <a:schemeClr val="bg1">
                    <a:lumMod val="10000"/>
                  </a:schemeClr>
                </a:solidFill>
                <a:latin typeface="Calibri" panose="020F0502020204030204" pitchFamily="34" charset="0"/>
                <a:cs typeface="Calibri" panose="020F0502020204030204" pitchFamily="34" charset="0"/>
              </a:defRPr>
            </a:lvl1pPr>
          </a:lstStyle>
          <a:p>
            <a:endParaRPr lang="en-US" dirty="0"/>
          </a:p>
        </p:txBody>
      </p:sp>
      <p:sp>
        <p:nvSpPr>
          <p:cNvPr id="4" name="Footer Placeholder 3">
            <a:extLst>
              <a:ext uri="{FF2B5EF4-FFF2-40B4-BE49-F238E27FC236}">
                <a16:creationId xmlns:a16="http://schemas.microsoft.com/office/drawing/2014/main" id="{01C606FE-5A25-4AD4-54A5-B87622A31BB4}"/>
              </a:ext>
            </a:extLst>
          </p:cNvPr>
          <p:cNvSpPr>
            <a:spLocks noGrp="1"/>
          </p:cNvSpPr>
          <p:nvPr>
            <p:ph type="ftr" sz="quarter" idx="12"/>
          </p:nvPr>
        </p:nvSpPr>
        <p:spPr/>
        <p:txBody>
          <a:bodyPr/>
          <a:lstStyle/>
          <a:p>
            <a:endParaRPr lang="en-US" dirty="0"/>
          </a:p>
        </p:txBody>
      </p:sp>
      <p:sp>
        <p:nvSpPr>
          <p:cNvPr id="5" name="Slide Number Placeholder 4">
            <a:extLst>
              <a:ext uri="{FF2B5EF4-FFF2-40B4-BE49-F238E27FC236}">
                <a16:creationId xmlns:a16="http://schemas.microsoft.com/office/drawing/2014/main" id="{6B0DC871-6A08-C50A-B391-7BECC8DDCF1E}"/>
              </a:ext>
            </a:extLst>
          </p:cNvPr>
          <p:cNvSpPr>
            <a:spLocks noGrp="1"/>
          </p:cNvSpPr>
          <p:nvPr>
            <p:ph type="sldNum" sz="quarter" idx="13"/>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4238249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7C63330-5D22-C872-3BAF-45658A63D1F2}"/>
              </a:ext>
            </a:extLst>
          </p:cNvPr>
          <p:cNvSpPr>
            <a:spLocks noGrp="1"/>
          </p:cNvSpPr>
          <p:nvPr>
            <p:ph type="ftr"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6BB84F77-8D82-EFE1-5BDB-70F3598A020E}"/>
              </a:ext>
            </a:extLst>
          </p:cNvPr>
          <p:cNvSpPr>
            <a:spLocks noGrp="1"/>
          </p:cNvSpPr>
          <p:nvPr>
            <p:ph type="sldNum" sz="quarter" idx="11"/>
          </p:nvPr>
        </p:nvSpPr>
        <p:spPr>
          <a:xfrm>
            <a:off x="8016766" y="6202909"/>
            <a:ext cx="2743200" cy="365125"/>
          </a:xfrm>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2601590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Slide no watermark shie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24AC2C-E111-31E8-5802-F77EB173EE75}"/>
              </a:ext>
            </a:extLst>
          </p:cNvPr>
          <p:cNvSpPr>
            <a:spLocks noChangeAspect="1"/>
          </p:cNvSpPr>
          <p:nvPr userDrawn="1"/>
        </p:nvSpPr>
        <p:spPr>
          <a:xfrm>
            <a:off x="10774017" y="5178287"/>
            <a:ext cx="1417983" cy="157038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A01BEB7F-E462-D105-FA84-7FEC38740501}"/>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2E15281-6356-3335-8EA1-D0B64F2CA8D2}"/>
              </a:ext>
            </a:extLst>
          </p:cNvPr>
          <p:cNvSpPr>
            <a:spLocks noGrp="1"/>
          </p:cNvSpPr>
          <p:nvPr>
            <p:ph type="sldNum" sz="quarter" idx="11"/>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609018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E1E624-876D-F78D-88AB-B1FCD7655060}"/>
              </a:ext>
            </a:extLst>
          </p:cNvPr>
          <p:cNvSpPr>
            <a:spLocks noGrp="1"/>
          </p:cNvSpPr>
          <p:nvPr>
            <p:ph type="ftr"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CBADD8CA-EF2E-4A0D-0287-A7692FCD8AAF}"/>
              </a:ext>
            </a:extLst>
          </p:cNvPr>
          <p:cNvSpPr>
            <a:spLocks noGrp="1"/>
          </p:cNvSpPr>
          <p:nvPr>
            <p:ph type="sldNum" sz="quarter" idx="11"/>
          </p:nvPr>
        </p:nvSpPr>
        <p:spPr/>
        <p:txBody>
          <a:bodyPr/>
          <a:lstStyle/>
          <a:p>
            <a:fld id="{5CFD0BFD-2208-644B-B5FD-4FE7D4ABCB69}" type="slidenum">
              <a:rPr lang="en-US" smtClean="0"/>
              <a:t>‹#›</a:t>
            </a:fld>
            <a:endParaRPr lang="en-US"/>
          </a:p>
        </p:txBody>
      </p:sp>
    </p:spTree>
    <p:extLst>
      <p:ext uri="{BB962C8B-B14F-4D97-AF65-F5344CB8AC3E}">
        <p14:creationId xmlns:p14="http://schemas.microsoft.com/office/powerpoint/2010/main" val="418209752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28F1C3-1DA4-2389-9C75-DDDC82F57007}"/>
              </a:ext>
            </a:extLst>
          </p:cNvPr>
          <p:cNvSpPr>
            <a:spLocks noGrp="1"/>
          </p:cNvSpPr>
          <p:nvPr>
            <p:ph type="ftr" sz="quarter" idx="3"/>
          </p:nvPr>
        </p:nvSpPr>
        <p:spPr>
          <a:xfrm>
            <a:off x="381000" y="6202908"/>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3" name="Slide Number Placeholder 2">
            <a:extLst>
              <a:ext uri="{FF2B5EF4-FFF2-40B4-BE49-F238E27FC236}">
                <a16:creationId xmlns:a16="http://schemas.microsoft.com/office/drawing/2014/main" id="{AD15911A-A48B-30AC-62CE-1A9B50B49862}"/>
              </a:ext>
            </a:extLst>
          </p:cNvPr>
          <p:cNvSpPr>
            <a:spLocks noGrp="1"/>
          </p:cNvSpPr>
          <p:nvPr>
            <p:ph type="sldNum" sz="quarter" idx="4"/>
          </p:nvPr>
        </p:nvSpPr>
        <p:spPr>
          <a:xfrm>
            <a:off x="9067800" y="6202909"/>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FD0BFD-2208-644B-B5FD-4FE7D4ABCB69}" type="slidenum">
              <a:rPr lang="en-US" smtClean="0"/>
              <a:t>‹#›</a:t>
            </a:fld>
            <a:endParaRPr lang="en-US" dirty="0"/>
          </a:p>
        </p:txBody>
      </p:sp>
    </p:spTree>
    <p:extLst>
      <p:ext uri="{BB962C8B-B14F-4D97-AF65-F5344CB8AC3E}">
        <p14:creationId xmlns:p14="http://schemas.microsoft.com/office/powerpoint/2010/main" val="2071636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3" r:id="rId4"/>
    <p:sldLayoutId id="2147483661" r:id="rId5"/>
    <p:sldLayoutId id="2147483667" r:id="rId6"/>
    <p:sldLayoutId id="2147483653" r:id="rId7"/>
    <p:sldLayoutId id="2147483656" r:id="rId8"/>
    <p:sldLayoutId id="2147483651" r:id="rId9"/>
    <p:sldLayoutId id="2147483652" r:id="rId10"/>
    <p:sldLayoutId id="2147483665" r:id="rId11"/>
    <p:sldLayoutId id="2147483657" r:id="rId12"/>
    <p:sldLayoutId id="2147483666" r:id="rId13"/>
    <p:sldLayoutId id="2147483662"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25C8A-24ED-6BE7-B525-3B654957D4CF}"/>
              </a:ext>
            </a:extLst>
          </p:cNvPr>
          <p:cNvSpPr>
            <a:spLocks noGrp="1"/>
          </p:cNvSpPr>
          <p:nvPr>
            <p:ph type="ctrTitle"/>
          </p:nvPr>
        </p:nvSpPr>
        <p:spPr>
          <a:xfrm>
            <a:off x="655320" y="1994681"/>
            <a:ext cx="10515600" cy="893762"/>
          </a:xfrm>
        </p:spPr>
        <p:txBody>
          <a:bodyPr/>
          <a:lstStyle/>
          <a:p>
            <a:r>
              <a:rPr lang="en-IN" sz="3600" dirty="0" err="1"/>
              <a:t>Fragmentomics</a:t>
            </a:r>
            <a:r>
              <a:rPr lang="en-IN" sz="3600" dirty="0"/>
              <a:t>:- Analysis of cfDNA</a:t>
            </a:r>
            <a:endParaRPr lang="en-US" sz="3600" dirty="0"/>
          </a:p>
        </p:txBody>
      </p:sp>
      <p:sp>
        <p:nvSpPr>
          <p:cNvPr id="3" name="Subtitle 2">
            <a:extLst>
              <a:ext uri="{FF2B5EF4-FFF2-40B4-BE49-F238E27FC236}">
                <a16:creationId xmlns:a16="http://schemas.microsoft.com/office/drawing/2014/main" id="{710541FE-1BD1-1058-7C7A-37DFD9F56AD2}"/>
              </a:ext>
            </a:extLst>
          </p:cNvPr>
          <p:cNvSpPr>
            <a:spLocks noGrp="1"/>
          </p:cNvSpPr>
          <p:nvPr>
            <p:ph type="subTitle" idx="1"/>
          </p:nvPr>
        </p:nvSpPr>
        <p:spPr>
          <a:xfrm>
            <a:off x="1181100" y="3355355"/>
            <a:ext cx="10269220" cy="893762"/>
          </a:xfrm>
        </p:spPr>
        <p:txBody>
          <a:bodyPr/>
          <a:lstStyle/>
          <a:p>
            <a:r>
              <a:rPr lang="en-US" sz="2400" dirty="0"/>
              <a:t>In this Presentation: WGS-Based Fragment Length and End Motif Profiling</a:t>
            </a:r>
          </a:p>
          <a:p>
            <a:endParaRPr lang="en-US" dirty="0"/>
          </a:p>
        </p:txBody>
      </p:sp>
      <p:sp>
        <p:nvSpPr>
          <p:cNvPr id="4" name="Content Placeholder 7">
            <a:extLst>
              <a:ext uri="{FF2B5EF4-FFF2-40B4-BE49-F238E27FC236}">
                <a16:creationId xmlns:a16="http://schemas.microsoft.com/office/drawing/2014/main" id="{AC81074F-FEC9-6B00-486A-7237C4BF0E76}"/>
              </a:ext>
            </a:extLst>
          </p:cNvPr>
          <p:cNvSpPr>
            <a:spLocks noGrp="1"/>
          </p:cNvSpPr>
          <p:nvPr>
            <p:ph sz="quarter" idx="12"/>
          </p:nvPr>
        </p:nvSpPr>
        <p:spPr>
          <a:xfrm>
            <a:off x="4058754" y="5609792"/>
            <a:ext cx="4074492" cy="368300"/>
          </a:xfrm>
        </p:spPr>
        <p:txBody>
          <a:bodyPr/>
          <a:lstStyle/>
          <a:p>
            <a:r>
              <a:rPr lang="en-US" dirty="0"/>
              <a:t>Devansh Pancholi</a:t>
            </a:r>
          </a:p>
          <a:p>
            <a:r>
              <a:rPr lang="en-US" dirty="0"/>
              <a:t>Maher Lab</a:t>
            </a:r>
          </a:p>
          <a:p>
            <a:r>
              <a:rPr lang="en-US" dirty="0"/>
              <a:t>Washington University in St. Louis</a:t>
            </a:r>
          </a:p>
          <a:p>
            <a:endParaRPr lang="en-US" dirty="0">
              <a:solidFill>
                <a:schemeClr val="accent2">
                  <a:lumMod val="20000"/>
                  <a:lumOff val="80000"/>
                </a:schemeClr>
              </a:solidFill>
            </a:endParaRPr>
          </a:p>
        </p:txBody>
      </p:sp>
    </p:spTree>
    <p:extLst>
      <p:ext uri="{BB962C8B-B14F-4D97-AF65-F5344CB8AC3E}">
        <p14:creationId xmlns:p14="http://schemas.microsoft.com/office/powerpoint/2010/main" val="1895104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F30DCEE3-DF93-B60A-E905-33DBA9252BA5}"/>
              </a:ext>
            </a:extLst>
          </p:cNvPr>
          <p:cNvSpPr>
            <a:spLocks noGrp="1"/>
          </p:cNvSpPr>
          <p:nvPr>
            <p:ph type="subTitle" idx="1"/>
          </p:nvPr>
        </p:nvSpPr>
        <p:spPr>
          <a:xfrm>
            <a:off x="262890" y="2800097"/>
            <a:ext cx="5071110" cy="3173983"/>
          </a:xfrm>
        </p:spPr>
        <p:txBody>
          <a:bodyPr/>
          <a:lstStyle/>
          <a:p>
            <a:pPr marL="342900" indent="-342900">
              <a:buFont typeface="Arial" panose="020B0604020202020204" pitchFamily="34" charset="0"/>
              <a:buChar char="•"/>
            </a:pPr>
            <a:r>
              <a:rPr lang="en-IN" sz="2400" dirty="0" err="1"/>
              <a:t>Analyze</a:t>
            </a:r>
            <a:r>
              <a:rPr lang="en-IN" sz="2400" dirty="0"/>
              <a:t> cfDNA fragmentation patterns</a:t>
            </a:r>
          </a:p>
          <a:p>
            <a:pPr marL="342900" indent="-342900">
              <a:buFont typeface="Arial" panose="020B0604020202020204" pitchFamily="34" charset="0"/>
              <a:buChar char="•"/>
            </a:pPr>
            <a:r>
              <a:rPr lang="en-IN" sz="2400" dirty="0"/>
              <a:t>Compare healthy vs cancer samples</a:t>
            </a:r>
          </a:p>
          <a:p>
            <a:pPr marL="342900" indent="-342900">
              <a:buFont typeface="Arial" panose="020B0604020202020204" pitchFamily="34" charset="0"/>
              <a:buChar char="•"/>
            </a:pPr>
            <a:r>
              <a:rPr lang="en-IN" sz="2400" dirty="0"/>
              <a:t>Identify biomarkers from:</a:t>
            </a:r>
          </a:p>
          <a:p>
            <a:r>
              <a:rPr lang="en-IN" sz="2400" dirty="0"/>
              <a:t>        - Fragment length</a:t>
            </a:r>
          </a:p>
          <a:p>
            <a:r>
              <a:rPr lang="en-IN" sz="2400" dirty="0"/>
              <a:t>        - End motifs</a:t>
            </a:r>
          </a:p>
        </p:txBody>
      </p:sp>
      <p:sp>
        <p:nvSpPr>
          <p:cNvPr id="5" name="Title 4">
            <a:extLst>
              <a:ext uri="{FF2B5EF4-FFF2-40B4-BE49-F238E27FC236}">
                <a16:creationId xmlns:a16="http://schemas.microsoft.com/office/drawing/2014/main" id="{2439F15A-9771-EAC6-79E6-0480E412597A}"/>
              </a:ext>
            </a:extLst>
          </p:cNvPr>
          <p:cNvSpPr>
            <a:spLocks noGrp="1"/>
          </p:cNvSpPr>
          <p:nvPr>
            <p:ph type="title"/>
          </p:nvPr>
        </p:nvSpPr>
        <p:spPr>
          <a:xfrm>
            <a:off x="191770" y="1923905"/>
            <a:ext cx="12223750" cy="876192"/>
          </a:xfrm>
        </p:spPr>
        <p:txBody>
          <a:bodyPr/>
          <a:lstStyle/>
          <a:p>
            <a:r>
              <a:rPr lang="en-IN" sz="3600" dirty="0"/>
              <a:t>Study Goal                                 </a:t>
            </a:r>
            <a:r>
              <a:rPr lang="en-IN" sz="3600" dirty="0">
                <a:solidFill>
                  <a:schemeClr val="bg1"/>
                </a:solidFill>
              </a:rPr>
              <a:t>Current Progress</a:t>
            </a:r>
            <a:br>
              <a:rPr lang="en-IN" sz="3600" dirty="0">
                <a:solidFill>
                  <a:schemeClr val="bg1"/>
                </a:solidFill>
              </a:rPr>
            </a:br>
            <a:endParaRPr lang="en-IN" sz="3600" dirty="0"/>
          </a:p>
        </p:txBody>
      </p:sp>
      <p:sp>
        <p:nvSpPr>
          <p:cNvPr id="12" name="Rectangle 1">
            <a:extLst>
              <a:ext uri="{FF2B5EF4-FFF2-40B4-BE49-F238E27FC236}">
                <a16:creationId xmlns:a16="http://schemas.microsoft.com/office/drawing/2014/main" id="{B5075FB1-1BA2-C433-A025-C23FDFC824C9}"/>
              </a:ext>
            </a:extLst>
          </p:cNvPr>
          <p:cNvSpPr>
            <a:spLocks noChangeArrowheads="1"/>
          </p:cNvSpPr>
          <p:nvPr/>
        </p:nvSpPr>
        <p:spPr bwMode="auto">
          <a:xfrm>
            <a:off x="6303645" y="2362001"/>
            <a:ext cx="580707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bg1"/>
                </a:solidFill>
                <a:effectLst/>
                <a:latin typeface="Arial" panose="020B0604020202020204" pitchFamily="34" charset="0"/>
              </a:rPr>
              <a:t>Successfully built end-to-end </a:t>
            </a:r>
            <a:r>
              <a:rPr kumimoji="0" lang="en-US" altLang="en-US" sz="2000" i="0" u="none" strike="noStrike" cap="none" normalizeH="0" baseline="0" dirty="0" err="1">
                <a:ln>
                  <a:noFill/>
                </a:ln>
                <a:solidFill>
                  <a:schemeClr val="bg1"/>
                </a:solidFill>
                <a:effectLst/>
                <a:latin typeface="Arial" panose="020B0604020202020204" pitchFamily="34" charset="0"/>
              </a:rPr>
              <a:t>fragmentomics</a:t>
            </a:r>
            <a:r>
              <a:rPr kumimoji="0" lang="en-US" altLang="en-US" sz="2000" i="0" u="none" strike="noStrike" cap="none" normalizeH="0" baseline="0" dirty="0">
                <a:ln>
                  <a:noFill/>
                </a:ln>
                <a:solidFill>
                  <a:schemeClr val="bg1"/>
                </a:solidFill>
                <a:effectLst/>
                <a:latin typeface="Arial" panose="020B0604020202020204" pitchFamily="34" charset="0"/>
              </a:rPr>
              <a:t> pipeline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bg1"/>
                </a:solidFill>
                <a:effectLst/>
                <a:latin typeface="Arial" panose="020B0604020202020204" pitchFamily="34" charset="0"/>
              </a:rPr>
              <a:t>Processed: </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latin typeface="Arial" panose="020B0604020202020204" pitchFamily="34" charset="0"/>
              </a:rPr>
              <a:t>        </a:t>
            </a:r>
            <a:r>
              <a:rPr kumimoji="0" lang="en-US" altLang="en-US" sz="2000" i="0" u="none" strike="noStrike" cap="none" normalizeH="0" baseline="0" dirty="0">
                <a:ln>
                  <a:noFill/>
                </a:ln>
                <a:solidFill>
                  <a:schemeClr val="bg1"/>
                </a:solidFill>
                <a:effectLst/>
                <a:latin typeface="Arial" panose="020B0604020202020204" pitchFamily="34" charset="0"/>
              </a:rPr>
              <a:t>221 WGS samples (150 healthy, 71 cancer)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bg1"/>
                </a:solidFill>
                <a:effectLst/>
                <a:latin typeface="Arial" panose="020B0604020202020204" pitchFamily="34" charset="0"/>
              </a:rPr>
              <a:t>Completed: </a:t>
            </a:r>
            <a:endParaRPr lang="en-US" altLang="en-US" sz="2000" dirty="0">
              <a:solidFill>
                <a:schemeClr val="bg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latin typeface="Arial" panose="020B0604020202020204" pitchFamily="34" charset="0"/>
              </a:rPr>
              <a:t>    </a:t>
            </a:r>
            <a:r>
              <a:rPr kumimoji="0" lang="en-US" altLang="en-US" sz="2000" i="0" u="none" strike="noStrike" cap="none" normalizeH="0" baseline="0" dirty="0">
                <a:ln>
                  <a:noFill/>
                </a:ln>
                <a:solidFill>
                  <a:schemeClr val="bg1"/>
                </a:solidFill>
                <a:effectLst/>
                <a:latin typeface="Arial" panose="020B0604020202020204" pitchFamily="34" charset="0"/>
              </a:rPr>
              <a:t>    Alignment (BWA-MEM) </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latin typeface="Arial" panose="020B0604020202020204" pitchFamily="34" charset="0"/>
              </a:rPr>
              <a:t>   </a:t>
            </a:r>
            <a:r>
              <a:rPr kumimoji="0" lang="en-US" altLang="en-US" sz="2000" i="0" u="none" strike="noStrike" cap="none" normalizeH="0" baseline="0" dirty="0">
                <a:ln>
                  <a:noFill/>
                </a:ln>
                <a:solidFill>
                  <a:schemeClr val="bg1"/>
                </a:solidFill>
                <a:effectLst/>
                <a:latin typeface="Arial" panose="020B0604020202020204" pitchFamily="34" charset="0"/>
              </a:rPr>
              <a:t>     Fragment size extraction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bg1"/>
                </a:solidFill>
                <a:effectLst/>
                <a:latin typeface="Arial" panose="020B0604020202020204" pitchFamily="34" charset="0"/>
              </a:rPr>
              <a:t>End motif extraction (5′ and 3′) </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bg1"/>
                </a:solidFill>
                <a:effectLst/>
                <a:latin typeface="Arial" panose="020B0604020202020204" pitchFamily="34" charset="0"/>
              </a:rPr>
              <a:t>     Generated: </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latin typeface="Arial" panose="020B0604020202020204" pitchFamily="34" charset="0"/>
              </a:rPr>
              <a:t>            </a:t>
            </a:r>
            <a:r>
              <a:rPr kumimoji="0" lang="en-US" altLang="en-US" sz="2000" i="0" u="none" strike="noStrike" cap="none" normalizeH="0" baseline="0" dirty="0">
                <a:ln>
                  <a:noFill/>
                </a:ln>
                <a:solidFill>
                  <a:schemeClr val="bg1"/>
                </a:solidFill>
                <a:effectLst/>
                <a:latin typeface="Arial" panose="020B0604020202020204" pitchFamily="34" charset="0"/>
              </a:rPr>
              <a:t> Global fragment length distribution </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latin typeface="Arial" panose="020B0604020202020204" pitchFamily="34" charset="0"/>
              </a:rPr>
              <a:t>             </a:t>
            </a:r>
            <a:r>
              <a:rPr kumimoji="0" lang="en-US" altLang="en-US" sz="2000" i="0" u="none" strike="noStrike" cap="none" normalizeH="0" baseline="0" dirty="0">
                <a:ln>
                  <a:noFill/>
                </a:ln>
                <a:solidFill>
                  <a:schemeClr val="bg1"/>
                </a:solidFill>
                <a:effectLst/>
                <a:latin typeface="Arial" panose="020B0604020202020204" pitchFamily="34" charset="0"/>
              </a:rPr>
              <a:t>Combined motif frequency profiles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276126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C8E0698-4492-0013-A020-A1D32BE82647}"/>
              </a:ext>
            </a:extLst>
          </p:cNvPr>
          <p:cNvSpPr>
            <a:spLocks noGrp="1"/>
          </p:cNvSpPr>
          <p:nvPr>
            <p:ph type="title"/>
          </p:nvPr>
        </p:nvSpPr>
        <p:spPr>
          <a:xfrm>
            <a:off x="-617220" y="1104602"/>
            <a:ext cx="5920740" cy="547688"/>
          </a:xfrm>
        </p:spPr>
        <p:txBody>
          <a:bodyPr/>
          <a:lstStyle/>
          <a:p>
            <a:pPr algn="ctr"/>
            <a:r>
              <a:rPr lang="en-IN" sz="2400" dirty="0"/>
              <a:t>EXPERIMENTAL DESIGN </a:t>
            </a:r>
            <a:endParaRPr lang="en-US" sz="2400" dirty="0"/>
          </a:p>
        </p:txBody>
      </p:sp>
      <p:pic>
        <p:nvPicPr>
          <p:cNvPr id="7" name="Content Placeholder 6">
            <a:extLst>
              <a:ext uri="{FF2B5EF4-FFF2-40B4-BE49-F238E27FC236}">
                <a16:creationId xmlns:a16="http://schemas.microsoft.com/office/drawing/2014/main" id="{B2ED9E8A-1FA6-C8E5-0217-89A786BD6D71}"/>
              </a:ext>
            </a:extLst>
          </p:cNvPr>
          <p:cNvPicPr>
            <a:picLocks noGrp="1" noChangeAspect="1"/>
          </p:cNvPicPr>
          <p:nvPr>
            <p:ph sz="half" idx="1"/>
          </p:nvPr>
        </p:nvPicPr>
        <p:blipFill>
          <a:blip r:embed="rId3"/>
          <a:stretch>
            <a:fillRect/>
          </a:stretch>
        </p:blipFill>
        <p:spPr>
          <a:xfrm>
            <a:off x="5303520" y="1401596"/>
            <a:ext cx="6549740" cy="4752188"/>
          </a:xfrm>
          <a:prstGeom prst="rect">
            <a:avLst/>
          </a:prstGeom>
        </p:spPr>
      </p:pic>
      <p:sp>
        <p:nvSpPr>
          <p:cNvPr id="9" name="TextBox 8">
            <a:extLst>
              <a:ext uri="{FF2B5EF4-FFF2-40B4-BE49-F238E27FC236}">
                <a16:creationId xmlns:a16="http://schemas.microsoft.com/office/drawing/2014/main" id="{0CFDEBFB-BEC4-E49E-05D9-F06A896192F9}"/>
              </a:ext>
            </a:extLst>
          </p:cNvPr>
          <p:cNvSpPr txBox="1"/>
          <p:nvPr/>
        </p:nvSpPr>
        <p:spPr>
          <a:xfrm>
            <a:off x="670560" y="2382559"/>
            <a:ext cx="6096000" cy="2092881"/>
          </a:xfrm>
          <a:prstGeom prst="rect">
            <a:avLst/>
          </a:prstGeom>
          <a:noFill/>
        </p:spPr>
        <p:txBody>
          <a:bodyPr wrap="square">
            <a:spAutoFit/>
          </a:bodyPr>
          <a:lstStyle/>
          <a:p>
            <a:r>
              <a:rPr lang="en-US" sz="2000" b="1" dirty="0"/>
              <a:t>WGS-based data</a:t>
            </a:r>
          </a:p>
          <a:p>
            <a:endParaRPr lang="en-US" sz="2000" b="1" dirty="0"/>
          </a:p>
          <a:p>
            <a:pPr marL="285750" indent="-285750">
              <a:buFont typeface="Arial" panose="020B0604020202020204" pitchFamily="34" charset="0"/>
              <a:buChar char="•"/>
            </a:pPr>
            <a:r>
              <a:rPr lang="en-US" dirty="0"/>
              <a:t>Total samples: 221</a:t>
            </a:r>
          </a:p>
          <a:p>
            <a:pPr marL="285750" indent="-285750">
              <a:buFont typeface="Arial" panose="020B0604020202020204" pitchFamily="34" charset="0"/>
              <a:buChar char="•"/>
            </a:pPr>
            <a:r>
              <a:rPr lang="en-US" dirty="0"/>
              <a:t>Healthy: 150</a:t>
            </a:r>
          </a:p>
          <a:p>
            <a:pPr marL="285750" indent="-285750">
              <a:buFont typeface="Arial" panose="020B0604020202020204" pitchFamily="34" charset="0"/>
              <a:buChar char="•"/>
            </a:pPr>
            <a:r>
              <a:rPr lang="en-US" dirty="0"/>
              <a:t>Cancer: 71</a:t>
            </a:r>
          </a:p>
          <a:p>
            <a:pPr marL="285750" indent="-285750">
              <a:buFont typeface="Arial" panose="020B0604020202020204" pitchFamily="34" charset="0"/>
              <a:buChar char="•"/>
            </a:pPr>
            <a:r>
              <a:rPr lang="en-US" dirty="0"/>
              <a:t>Input: Paired-end FASTQ</a:t>
            </a:r>
          </a:p>
          <a:p>
            <a:pPr marL="285750" indent="-285750">
              <a:buFont typeface="Arial" panose="020B0604020202020204" pitchFamily="34" charset="0"/>
              <a:buChar char="•"/>
            </a:pPr>
            <a:r>
              <a:rPr lang="en-US" dirty="0"/>
              <a:t>Reference: GRCh38</a:t>
            </a:r>
          </a:p>
        </p:txBody>
      </p:sp>
    </p:spTree>
    <p:extLst>
      <p:ext uri="{BB962C8B-B14F-4D97-AF65-F5344CB8AC3E}">
        <p14:creationId xmlns:p14="http://schemas.microsoft.com/office/powerpoint/2010/main" val="213162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3">
            <a:extLst>
              <a:ext uri="{FF2B5EF4-FFF2-40B4-BE49-F238E27FC236}">
                <a16:creationId xmlns:a16="http://schemas.microsoft.com/office/drawing/2014/main" id="{AA2A83F4-2325-E3EF-E15B-00DF30D0E50B}"/>
              </a:ext>
            </a:extLst>
          </p:cNvPr>
          <p:cNvSpPr txBox="1">
            <a:spLocks/>
          </p:cNvSpPr>
          <p:nvPr/>
        </p:nvSpPr>
        <p:spPr>
          <a:xfrm>
            <a:off x="756920" y="1018500"/>
            <a:ext cx="10515600" cy="5476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500" b="1" dirty="0">
                <a:solidFill>
                  <a:srgbClr val="404040"/>
                </a:solidFill>
                <a:latin typeface="Georgia" panose="02040502050405020303" pitchFamily="18" charset="0"/>
              </a:rPr>
              <a:t>Analysis</a:t>
            </a:r>
          </a:p>
        </p:txBody>
      </p:sp>
      <p:sp>
        <p:nvSpPr>
          <p:cNvPr id="9" name="Text Placeholder 16">
            <a:extLst>
              <a:ext uri="{FF2B5EF4-FFF2-40B4-BE49-F238E27FC236}">
                <a16:creationId xmlns:a16="http://schemas.microsoft.com/office/drawing/2014/main" id="{0A4D1EE5-13B1-F25E-6B8B-596ACEF3082C}"/>
              </a:ext>
            </a:extLst>
          </p:cNvPr>
          <p:cNvSpPr txBox="1">
            <a:spLocks/>
          </p:cNvSpPr>
          <p:nvPr/>
        </p:nvSpPr>
        <p:spPr>
          <a:xfrm>
            <a:off x="838200" y="1882305"/>
            <a:ext cx="10515600" cy="5572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2" name="Rectangle 1">
            <a:extLst>
              <a:ext uri="{FF2B5EF4-FFF2-40B4-BE49-F238E27FC236}">
                <a16:creationId xmlns:a16="http://schemas.microsoft.com/office/drawing/2014/main" id="{848AD50C-4741-CAE5-BAFD-B21FA04E1A4F}"/>
              </a:ext>
            </a:extLst>
          </p:cNvPr>
          <p:cNvSpPr>
            <a:spLocks noChangeArrowheads="1"/>
          </p:cNvSpPr>
          <p:nvPr/>
        </p:nvSpPr>
        <p:spPr bwMode="auto">
          <a:xfrm>
            <a:off x="91440" y="2318480"/>
            <a:ext cx="42773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Test sample: </a:t>
            </a:r>
            <a:r>
              <a:rPr lang="en-US" altLang="en-US" sz="1600" dirty="0">
                <a:latin typeface="Arial" panose="020B0604020202020204" pitchFamily="34" charset="0"/>
              </a:rPr>
              <a:t>O</a:t>
            </a:r>
            <a:r>
              <a:rPr kumimoji="0" lang="en-US" altLang="en-US" sz="1600" b="0" i="0" u="none" strike="noStrike" cap="none" normalizeH="0" baseline="0" dirty="0">
                <a:ln>
                  <a:noFill/>
                </a:ln>
                <a:solidFill>
                  <a:schemeClr val="tx1"/>
                </a:solidFill>
                <a:effectLst/>
                <a:latin typeface="Arial" panose="020B0604020202020204" pitchFamily="34" charset="0"/>
              </a:rPr>
              <a:t>ne H</a:t>
            </a:r>
            <a:r>
              <a:rPr lang="en-US" altLang="en-US" sz="1600" dirty="0">
                <a:latin typeface="Arial" panose="020B0604020202020204" pitchFamily="34" charset="0"/>
              </a:rPr>
              <a:t>ealthy  and  Cancer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Used as initial validation before scaling the pipeline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Extracted fragment size distribution from aligned reads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Observed  dominant peak for healthy sample around </a:t>
            </a:r>
            <a:r>
              <a:rPr kumimoji="0" lang="en-US" altLang="en-US" sz="1600" b="1" i="0" u="none" strike="noStrike" cap="none" normalizeH="0" baseline="0" dirty="0">
                <a:ln>
                  <a:noFill/>
                </a:ln>
                <a:solidFill>
                  <a:schemeClr val="tx1"/>
                </a:solidFill>
                <a:effectLst/>
                <a:latin typeface="Arial" panose="020B0604020202020204" pitchFamily="34" charset="0"/>
              </a:rPr>
              <a:t>160–170 bp</a:t>
            </a:r>
            <a:r>
              <a:rPr kumimoji="0" lang="en-US" altLang="en-US" sz="1600" b="0" i="0" u="none" strike="noStrike" cap="none" normalizeH="0" baseline="0" dirty="0">
                <a:ln>
                  <a:noFill/>
                </a:ln>
                <a:solidFill>
                  <a:schemeClr val="tx1"/>
                </a:solidFill>
                <a:effectLst/>
                <a:latin typeface="Arial" panose="020B0604020202020204" pitchFamily="34" charset="0"/>
              </a:rPr>
              <a:t>  and for Cancer around </a:t>
            </a:r>
            <a:r>
              <a:rPr kumimoji="0" lang="en-US" altLang="en-US" sz="1600" b="1" i="0" u="none" strike="noStrike" cap="none" normalizeH="0" baseline="0" dirty="0">
                <a:ln>
                  <a:noFill/>
                </a:ln>
                <a:solidFill>
                  <a:schemeClr val="tx1"/>
                </a:solidFill>
                <a:effectLst/>
                <a:latin typeface="Arial" panose="020B0604020202020204" pitchFamily="34" charset="0"/>
              </a:rPr>
              <a:t>135 to 150 bp</a:t>
            </a:r>
          </a:p>
        </p:txBody>
      </p:sp>
      <p:pic>
        <p:nvPicPr>
          <p:cNvPr id="4" name="Picture 3">
            <a:extLst>
              <a:ext uri="{FF2B5EF4-FFF2-40B4-BE49-F238E27FC236}">
                <a16:creationId xmlns:a16="http://schemas.microsoft.com/office/drawing/2014/main" id="{6A5A1D96-A220-85C1-192C-E5772154139D}"/>
              </a:ext>
            </a:extLst>
          </p:cNvPr>
          <p:cNvPicPr>
            <a:picLocks noChangeAspect="1"/>
          </p:cNvPicPr>
          <p:nvPr/>
        </p:nvPicPr>
        <p:blipFill>
          <a:blip r:embed="rId2"/>
          <a:stretch>
            <a:fillRect/>
          </a:stretch>
        </p:blipFill>
        <p:spPr>
          <a:xfrm>
            <a:off x="4368800" y="2090664"/>
            <a:ext cx="7520104" cy="3997620"/>
          </a:xfrm>
          <a:prstGeom prst="rect">
            <a:avLst/>
          </a:prstGeom>
        </p:spPr>
      </p:pic>
    </p:spTree>
    <p:extLst>
      <p:ext uri="{BB962C8B-B14F-4D97-AF65-F5344CB8AC3E}">
        <p14:creationId xmlns:p14="http://schemas.microsoft.com/office/powerpoint/2010/main" val="2209210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5193174-01F4-966E-3D05-6A48B584128F}"/>
              </a:ext>
            </a:extLst>
          </p:cNvPr>
          <p:cNvSpPr>
            <a:spLocks noGrp="1"/>
          </p:cNvSpPr>
          <p:nvPr>
            <p:ph type="title"/>
          </p:nvPr>
        </p:nvSpPr>
        <p:spPr>
          <a:xfrm>
            <a:off x="838200" y="1217142"/>
            <a:ext cx="9509760" cy="459258"/>
          </a:xfrm>
        </p:spPr>
        <p:txBody>
          <a:bodyPr/>
          <a:lstStyle/>
          <a:p>
            <a:r>
              <a:rPr lang="en-US" sz="2400" dirty="0" err="1"/>
              <a:t>WGS_all</a:t>
            </a:r>
            <a:r>
              <a:rPr lang="en-US" sz="2400" dirty="0"/>
              <a:t> </a:t>
            </a:r>
            <a:r>
              <a:rPr lang="en-US" sz="2400" dirty="0" err="1"/>
              <a:t>sample_lenght</a:t>
            </a:r>
            <a:endParaRPr lang="en-US" sz="2400" dirty="0"/>
          </a:p>
        </p:txBody>
      </p:sp>
      <p:sp>
        <p:nvSpPr>
          <p:cNvPr id="11" name="Text Placeholder 10">
            <a:extLst>
              <a:ext uri="{FF2B5EF4-FFF2-40B4-BE49-F238E27FC236}">
                <a16:creationId xmlns:a16="http://schemas.microsoft.com/office/drawing/2014/main" id="{213327A2-4AEB-A05D-C613-C1D1589F7B21}"/>
              </a:ext>
            </a:extLst>
          </p:cNvPr>
          <p:cNvSpPr>
            <a:spLocks noGrp="1"/>
          </p:cNvSpPr>
          <p:nvPr>
            <p:ph type="body" sz="quarter" idx="10"/>
          </p:nvPr>
        </p:nvSpPr>
        <p:spPr>
          <a:xfrm>
            <a:off x="647700" y="1998664"/>
            <a:ext cx="10515600" cy="557212"/>
          </a:xfrm>
        </p:spPr>
        <p:txBody>
          <a:bodyPr/>
          <a:lstStyle/>
          <a:p>
            <a:r>
              <a:rPr lang="en-US" sz="1800" b="0" dirty="0">
                <a:solidFill>
                  <a:schemeClr val="tx1"/>
                </a:solidFill>
              </a:rPr>
              <a:t>A clear rightward shift in cancer samples, with most healthy ratios clustered around 0.10–0.20, while cancer samples extend into higher ranges (0.20–0.50+)</a:t>
            </a:r>
          </a:p>
        </p:txBody>
      </p:sp>
      <p:pic>
        <p:nvPicPr>
          <p:cNvPr id="8" name="Picture 7">
            <a:extLst>
              <a:ext uri="{FF2B5EF4-FFF2-40B4-BE49-F238E27FC236}">
                <a16:creationId xmlns:a16="http://schemas.microsoft.com/office/drawing/2014/main" id="{0D05E038-758F-81CC-673A-28CB13E0121E}"/>
              </a:ext>
            </a:extLst>
          </p:cNvPr>
          <p:cNvPicPr>
            <a:picLocks noChangeAspect="1"/>
          </p:cNvPicPr>
          <p:nvPr/>
        </p:nvPicPr>
        <p:blipFill>
          <a:blip r:embed="rId2"/>
          <a:stretch>
            <a:fillRect/>
          </a:stretch>
        </p:blipFill>
        <p:spPr>
          <a:xfrm>
            <a:off x="251340" y="3112547"/>
            <a:ext cx="6314747" cy="3438724"/>
          </a:xfrm>
          <a:prstGeom prst="rect">
            <a:avLst/>
          </a:prstGeom>
        </p:spPr>
      </p:pic>
      <p:pic>
        <p:nvPicPr>
          <p:cNvPr id="15" name="Picture 14">
            <a:extLst>
              <a:ext uri="{FF2B5EF4-FFF2-40B4-BE49-F238E27FC236}">
                <a16:creationId xmlns:a16="http://schemas.microsoft.com/office/drawing/2014/main" id="{0EA6301D-681A-CDB0-1073-FC908C98AE27}"/>
              </a:ext>
            </a:extLst>
          </p:cNvPr>
          <p:cNvPicPr>
            <a:picLocks noChangeAspect="1"/>
          </p:cNvPicPr>
          <p:nvPr/>
        </p:nvPicPr>
        <p:blipFill>
          <a:blip r:embed="rId3"/>
          <a:stretch>
            <a:fillRect/>
          </a:stretch>
        </p:blipFill>
        <p:spPr>
          <a:xfrm>
            <a:off x="6824722" y="2795056"/>
            <a:ext cx="5008286" cy="3756215"/>
          </a:xfrm>
          <a:prstGeom prst="rect">
            <a:avLst/>
          </a:prstGeom>
        </p:spPr>
      </p:pic>
    </p:spTree>
    <p:extLst>
      <p:ext uri="{BB962C8B-B14F-4D97-AF65-F5344CB8AC3E}">
        <p14:creationId xmlns:p14="http://schemas.microsoft.com/office/powerpoint/2010/main" val="344709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5193174-01F4-966E-3D05-6A48B584128F}"/>
              </a:ext>
            </a:extLst>
          </p:cNvPr>
          <p:cNvSpPr>
            <a:spLocks noGrp="1"/>
          </p:cNvSpPr>
          <p:nvPr>
            <p:ph type="title"/>
          </p:nvPr>
        </p:nvSpPr>
        <p:spPr>
          <a:xfrm>
            <a:off x="838200" y="1095146"/>
            <a:ext cx="10972800" cy="547688"/>
          </a:xfrm>
        </p:spPr>
        <p:txBody>
          <a:bodyPr/>
          <a:lstStyle/>
          <a:p>
            <a:r>
              <a:rPr lang="en-US" sz="1800" b="0" dirty="0">
                <a:latin typeface="+mn-lt"/>
              </a:rPr>
              <a:t>The violin plot </a:t>
            </a:r>
            <a:r>
              <a:rPr lang="en-US" sz="1800" b="0" dirty="0">
                <a:latin typeface="+mn-lt"/>
                <a:ea typeface="Calibri" panose="020F0502020204030204" pitchFamily="34" charset="0"/>
                <a:cs typeface="Calibri" panose="020F0502020204030204" pitchFamily="34" charset="0"/>
              </a:rPr>
              <a:t>highlights</a:t>
            </a:r>
            <a:r>
              <a:rPr lang="en-US" sz="1800" b="0" dirty="0">
                <a:latin typeface="+mn-lt"/>
              </a:rPr>
              <a:t> a broader and elevated distribution in cancer samples, whereas healthy samples remain tightly concentrated at lower ratios and </a:t>
            </a:r>
            <a:r>
              <a:rPr lang="en-US" sz="1800" b="0" dirty="0">
                <a:solidFill>
                  <a:schemeClr val="tx1"/>
                </a:solidFill>
                <a:latin typeface="+mn-lt"/>
              </a:rPr>
              <a:t>the boxplot demonstrates that cancer samples have a significantly higher median short/long ratio (0.274) compared to healthy samples (0.139), with a wider spread</a:t>
            </a:r>
            <a:br>
              <a:rPr lang="en-US" sz="1800" dirty="0">
                <a:solidFill>
                  <a:schemeClr val="tx1"/>
                </a:solidFill>
              </a:rPr>
            </a:br>
            <a:endParaRPr lang="en-US" sz="1800" dirty="0">
              <a:latin typeface="+mn-lt"/>
            </a:endParaRPr>
          </a:p>
        </p:txBody>
      </p:sp>
      <p:pic>
        <p:nvPicPr>
          <p:cNvPr id="13" name="Content Placeholder 12">
            <a:extLst>
              <a:ext uri="{FF2B5EF4-FFF2-40B4-BE49-F238E27FC236}">
                <a16:creationId xmlns:a16="http://schemas.microsoft.com/office/drawing/2014/main" id="{C791536C-33D3-F275-F2C6-37F626DC79CD}"/>
              </a:ext>
            </a:extLst>
          </p:cNvPr>
          <p:cNvPicPr>
            <a:picLocks noGrp="1" noChangeAspect="1"/>
          </p:cNvPicPr>
          <p:nvPr>
            <p:ph sz="half" idx="2"/>
          </p:nvPr>
        </p:nvPicPr>
        <p:blipFill>
          <a:blip r:embed="rId2"/>
          <a:stretch>
            <a:fillRect/>
          </a:stretch>
        </p:blipFill>
        <p:spPr>
          <a:xfrm>
            <a:off x="6665283" y="2435628"/>
            <a:ext cx="5240596" cy="3930448"/>
          </a:xfrm>
          <a:prstGeom prst="rect">
            <a:avLst/>
          </a:prstGeom>
        </p:spPr>
      </p:pic>
      <p:pic>
        <p:nvPicPr>
          <p:cNvPr id="8" name="Picture Placeholder 7">
            <a:extLst>
              <a:ext uri="{FF2B5EF4-FFF2-40B4-BE49-F238E27FC236}">
                <a16:creationId xmlns:a16="http://schemas.microsoft.com/office/drawing/2014/main" id="{329FB11C-EA95-E00B-D161-DEEFC0A7FFB7}"/>
              </a:ext>
            </a:extLst>
          </p:cNvPr>
          <p:cNvPicPr>
            <a:picLocks noGrp="1" noChangeAspect="1"/>
          </p:cNvPicPr>
          <p:nvPr>
            <p:ph type="pic" sz="quarter" idx="11"/>
          </p:nvPr>
        </p:nvPicPr>
        <p:blipFill>
          <a:blip r:embed="rId3"/>
          <a:srcRect t="8428" b="8428"/>
          <a:stretch>
            <a:fillRect/>
          </a:stretch>
        </p:blipFill>
        <p:spPr>
          <a:xfrm>
            <a:off x="673645" y="2715625"/>
            <a:ext cx="5130164" cy="3199037"/>
          </a:xfrm>
          <a:prstGeom prst="rect">
            <a:avLst/>
          </a:prstGeom>
        </p:spPr>
      </p:pic>
    </p:spTree>
    <p:extLst>
      <p:ext uri="{BB962C8B-B14F-4D97-AF65-F5344CB8AC3E}">
        <p14:creationId xmlns:p14="http://schemas.microsoft.com/office/powerpoint/2010/main" val="1757647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4B85-119C-01DF-01FC-787BE615261A}"/>
              </a:ext>
            </a:extLst>
          </p:cNvPr>
          <p:cNvSpPr>
            <a:spLocks noGrp="1"/>
          </p:cNvSpPr>
          <p:nvPr>
            <p:ph type="title"/>
          </p:nvPr>
        </p:nvSpPr>
        <p:spPr>
          <a:xfrm>
            <a:off x="419100" y="1552808"/>
            <a:ext cx="11772900" cy="997352"/>
          </a:xfrm>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Overall, cancer samples exhibit approximately 2× higher short-to-long fragment ratios, along with increased variability, supporting the presence of enhanced DNA fragmentation and disrupted chromatin organization.</a:t>
            </a:r>
            <a:br>
              <a:rPr lang="en-IN" sz="2400" dirty="0">
                <a:latin typeface="Calibri" panose="020F0502020204030204" pitchFamily="34" charset="0"/>
                <a:ea typeface="Calibri" panose="020F0502020204030204" pitchFamily="34" charset="0"/>
                <a:cs typeface="Calibri" panose="020F0502020204030204" pitchFamily="34" charset="0"/>
              </a:rPr>
            </a:b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9406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2B0A2CA-CB20-5F84-0B0E-687BD5291BCA}"/>
              </a:ext>
            </a:extLst>
          </p:cNvPr>
          <p:cNvSpPr>
            <a:spLocks noGrp="1"/>
          </p:cNvSpPr>
          <p:nvPr>
            <p:ph type="body" sz="quarter" idx="10"/>
          </p:nvPr>
        </p:nvSpPr>
        <p:spPr>
          <a:xfrm>
            <a:off x="357057" y="1899920"/>
            <a:ext cx="11389360" cy="1137920"/>
          </a:xfrm>
        </p:spPr>
        <p:txBody>
          <a:bodyPr/>
          <a:lstStyle/>
          <a:p>
            <a:pPr algn="just"/>
            <a:r>
              <a:rPr lang="en-US" sz="1800" b="0" dirty="0">
                <a:solidFill>
                  <a:schemeClr val="tx1"/>
                </a:solidFill>
              </a:rPr>
              <a:t>Here we compare the top 5′ and 3′ end motifs between healthy and cancer samples. At both ends, most dominant motifs are consistently higher in healthy samples, with a noticeable reduction in cancer ,especially for motifs like GATCG at the 5′ end and GGGGG at the 3′ end. However, a few motifs such as TAAAA and AAAAA show slight enrichment in cancer. </a:t>
            </a:r>
            <a:endParaRPr lang="en-IN" sz="1800" b="0" dirty="0">
              <a:solidFill>
                <a:schemeClr val="tx1"/>
              </a:solidFill>
            </a:endParaRPr>
          </a:p>
        </p:txBody>
      </p:sp>
      <p:pic>
        <p:nvPicPr>
          <p:cNvPr id="7" name="Picture 6">
            <a:extLst>
              <a:ext uri="{FF2B5EF4-FFF2-40B4-BE49-F238E27FC236}">
                <a16:creationId xmlns:a16="http://schemas.microsoft.com/office/drawing/2014/main" id="{E4171648-13BE-CD20-30E8-136B5A2C7905}"/>
              </a:ext>
            </a:extLst>
          </p:cNvPr>
          <p:cNvPicPr>
            <a:picLocks noChangeAspect="1"/>
          </p:cNvPicPr>
          <p:nvPr/>
        </p:nvPicPr>
        <p:blipFill>
          <a:blip r:embed="rId2"/>
          <a:stretch>
            <a:fillRect/>
          </a:stretch>
        </p:blipFill>
        <p:spPr>
          <a:xfrm>
            <a:off x="152400" y="3283742"/>
            <a:ext cx="5492937" cy="3240213"/>
          </a:xfrm>
          <a:prstGeom prst="rect">
            <a:avLst/>
          </a:prstGeom>
        </p:spPr>
      </p:pic>
      <p:pic>
        <p:nvPicPr>
          <p:cNvPr id="9" name="Picture 8">
            <a:extLst>
              <a:ext uri="{FF2B5EF4-FFF2-40B4-BE49-F238E27FC236}">
                <a16:creationId xmlns:a16="http://schemas.microsoft.com/office/drawing/2014/main" id="{0CB8B3DA-6EAB-2340-D3C7-9AC69428C0BA}"/>
              </a:ext>
            </a:extLst>
          </p:cNvPr>
          <p:cNvPicPr>
            <a:picLocks noChangeAspect="1"/>
          </p:cNvPicPr>
          <p:nvPr/>
        </p:nvPicPr>
        <p:blipFill>
          <a:blip r:embed="rId3"/>
          <a:stretch>
            <a:fillRect/>
          </a:stretch>
        </p:blipFill>
        <p:spPr>
          <a:xfrm>
            <a:off x="6197600" y="3230880"/>
            <a:ext cx="5672164" cy="3345936"/>
          </a:xfrm>
          <a:prstGeom prst="rect">
            <a:avLst/>
          </a:prstGeom>
        </p:spPr>
      </p:pic>
      <p:sp>
        <p:nvSpPr>
          <p:cNvPr id="11" name="TextBox 10">
            <a:extLst>
              <a:ext uri="{FF2B5EF4-FFF2-40B4-BE49-F238E27FC236}">
                <a16:creationId xmlns:a16="http://schemas.microsoft.com/office/drawing/2014/main" id="{2A73B76B-9A82-DEA7-293B-7D337EDB0EDF}"/>
              </a:ext>
            </a:extLst>
          </p:cNvPr>
          <p:cNvSpPr txBox="1"/>
          <p:nvPr/>
        </p:nvSpPr>
        <p:spPr>
          <a:xfrm>
            <a:off x="357057" y="989153"/>
            <a:ext cx="6096000" cy="461665"/>
          </a:xfrm>
          <a:prstGeom prst="rect">
            <a:avLst/>
          </a:prstGeom>
          <a:noFill/>
        </p:spPr>
        <p:txBody>
          <a:bodyPr wrap="square">
            <a:spAutoFit/>
          </a:bodyPr>
          <a:lstStyle/>
          <a:p>
            <a:r>
              <a:rPr lang="en-IN" sz="2400" b="1" dirty="0"/>
              <a:t>End motifs</a:t>
            </a:r>
          </a:p>
        </p:txBody>
      </p:sp>
    </p:spTree>
    <p:extLst>
      <p:ext uri="{BB962C8B-B14F-4D97-AF65-F5344CB8AC3E}">
        <p14:creationId xmlns:p14="http://schemas.microsoft.com/office/powerpoint/2010/main" val="3536457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92CE-CFA6-6645-0497-097E8AC00B11}"/>
              </a:ext>
            </a:extLst>
          </p:cNvPr>
          <p:cNvSpPr>
            <a:spLocks noGrp="1"/>
          </p:cNvSpPr>
          <p:nvPr>
            <p:ph type="title"/>
          </p:nvPr>
        </p:nvSpPr>
        <p:spPr>
          <a:xfrm>
            <a:off x="499225" y="1034262"/>
            <a:ext cx="10515600" cy="547688"/>
          </a:xfrm>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Simplifies version</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FE52AF62-63E1-7D79-5E2C-9E91A1E41DA1}"/>
              </a:ext>
            </a:extLst>
          </p:cNvPr>
          <p:cNvPicPr>
            <a:picLocks noChangeAspect="1"/>
          </p:cNvPicPr>
          <p:nvPr/>
        </p:nvPicPr>
        <p:blipFill>
          <a:blip r:embed="rId3"/>
          <a:stretch>
            <a:fillRect/>
          </a:stretch>
        </p:blipFill>
        <p:spPr>
          <a:xfrm>
            <a:off x="629920" y="1767840"/>
            <a:ext cx="10292081" cy="4410892"/>
          </a:xfrm>
          <a:prstGeom prst="rect">
            <a:avLst/>
          </a:prstGeom>
        </p:spPr>
      </p:pic>
    </p:spTree>
    <p:extLst>
      <p:ext uri="{BB962C8B-B14F-4D97-AF65-F5344CB8AC3E}">
        <p14:creationId xmlns:p14="http://schemas.microsoft.com/office/powerpoint/2010/main" val="3633522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776C-E8EF-A839-2275-F23D092BF783}"/>
              </a:ext>
            </a:extLst>
          </p:cNvPr>
          <p:cNvSpPr>
            <a:spLocks noGrp="1"/>
          </p:cNvSpPr>
          <p:nvPr>
            <p:ph type="title"/>
          </p:nvPr>
        </p:nvSpPr>
        <p:spPr>
          <a:xfrm>
            <a:off x="397925" y="1064742"/>
            <a:ext cx="1969355" cy="317018"/>
          </a:xfrm>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Fold Change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9569E485-ABCE-19CC-C0EC-AA35A12AD595}"/>
              </a:ext>
            </a:extLst>
          </p:cNvPr>
          <p:cNvPicPr>
            <a:picLocks noChangeAspect="1"/>
          </p:cNvPicPr>
          <p:nvPr/>
        </p:nvPicPr>
        <p:blipFill>
          <a:blip r:embed="rId2"/>
          <a:stretch>
            <a:fillRect/>
          </a:stretch>
        </p:blipFill>
        <p:spPr>
          <a:xfrm>
            <a:off x="231970" y="2870195"/>
            <a:ext cx="5698075" cy="3418845"/>
          </a:xfrm>
          <a:prstGeom prst="rect">
            <a:avLst/>
          </a:prstGeom>
        </p:spPr>
      </p:pic>
      <p:pic>
        <p:nvPicPr>
          <p:cNvPr id="13" name="Picture 12">
            <a:extLst>
              <a:ext uri="{FF2B5EF4-FFF2-40B4-BE49-F238E27FC236}">
                <a16:creationId xmlns:a16="http://schemas.microsoft.com/office/drawing/2014/main" id="{2D2CA600-73B4-8378-98AE-8945E55D446F}"/>
              </a:ext>
            </a:extLst>
          </p:cNvPr>
          <p:cNvPicPr>
            <a:picLocks noChangeAspect="1"/>
          </p:cNvPicPr>
          <p:nvPr/>
        </p:nvPicPr>
        <p:blipFill>
          <a:blip r:embed="rId3"/>
          <a:stretch>
            <a:fillRect/>
          </a:stretch>
        </p:blipFill>
        <p:spPr>
          <a:xfrm>
            <a:off x="5930045" y="2870196"/>
            <a:ext cx="5892817" cy="3535690"/>
          </a:xfrm>
          <a:prstGeom prst="rect">
            <a:avLst/>
          </a:prstGeom>
        </p:spPr>
      </p:pic>
      <p:sp>
        <p:nvSpPr>
          <p:cNvPr id="15" name="TextBox 14">
            <a:extLst>
              <a:ext uri="{FF2B5EF4-FFF2-40B4-BE49-F238E27FC236}">
                <a16:creationId xmlns:a16="http://schemas.microsoft.com/office/drawing/2014/main" id="{34C53081-E01B-36A3-9C2B-7D8389D7DC0E}"/>
              </a:ext>
            </a:extLst>
          </p:cNvPr>
          <p:cNvSpPr txBox="1"/>
          <p:nvPr/>
        </p:nvSpPr>
        <p:spPr>
          <a:xfrm>
            <a:off x="397924" y="1669865"/>
            <a:ext cx="10899995" cy="646331"/>
          </a:xfrm>
          <a:prstGeom prst="rect">
            <a:avLst/>
          </a:prstGeom>
          <a:noFill/>
        </p:spPr>
        <p:txBody>
          <a:bodyPr wrap="square">
            <a:spAutoFit/>
          </a:bodyPr>
          <a:lstStyle/>
          <a:p>
            <a:r>
              <a:rPr lang="en-US" dirty="0"/>
              <a:t>Fold change highlights relative increases, so even small cancer enrichments appear, while the simplified plot only shows the largest absolute differences ,this is why more cancer-enriched motifs appear in the fold change view.</a:t>
            </a:r>
            <a:endParaRPr lang="en-IN" dirty="0"/>
          </a:p>
        </p:txBody>
      </p:sp>
    </p:spTree>
    <p:extLst>
      <p:ext uri="{BB962C8B-B14F-4D97-AF65-F5344CB8AC3E}">
        <p14:creationId xmlns:p14="http://schemas.microsoft.com/office/powerpoint/2010/main" val="159344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3CC6A-696B-70D2-EABF-7BF412EA0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E41FD-5D68-5372-E638-9B2A01E53359}"/>
              </a:ext>
            </a:extLst>
          </p:cNvPr>
          <p:cNvSpPr>
            <a:spLocks noGrp="1"/>
          </p:cNvSpPr>
          <p:nvPr>
            <p:ph type="title"/>
          </p:nvPr>
        </p:nvSpPr>
        <p:spPr>
          <a:xfrm>
            <a:off x="204470" y="1105768"/>
            <a:ext cx="11783060" cy="1007512"/>
          </a:xfrm>
        </p:spPr>
        <p: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Compared with 4-mer analysis, 5-mer end-motif profiling showed clearer motif-specific differences between healthy and cancer WGS samples, particularly at the 5′ fragment end. Healthy samples were relatively enriched for motifs such as GATCG, whereas cancer samples showed relatively higher enrichment of several C/A-rich 5-mers including CCCAG, CCCAA, CCAAA, TAAAA, and AAAAA. In contrast, 3′ end differences were more modest, suggesting that the strongest discriminatory sequence signal is present at the 5′ end.</a:t>
            </a:r>
            <a:br>
              <a:rPr lang="en-US" sz="1600" b="0" dirty="0">
                <a:latin typeface="Calibri" panose="020F0502020204030204" pitchFamily="34" charset="0"/>
                <a:ea typeface="Calibri" panose="020F0502020204030204" pitchFamily="34" charset="0"/>
                <a:cs typeface="Calibri" panose="020F0502020204030204" pitchFamily="34" charset="0"/>
              </a:rPr>
            </a:br>
            <a:br>
              <a:rPr lang="en-US" sz="1600" b="0" dirty="0">
                <a:latin typeface="Calibri" panose="020F0502020204030204" pitchFamily="34" charset="0"/>
                <a:ea typeface="Calibri" panose="020F0502020204030204" pitchFamily="34" charset="0"/>
                <a:cs typeface="Calibri" panose="020F0502020204030204" pitchFamily="34" charset="0"/>
              </a:rPr>
            </a:br>
            <a:r>
              <a:rPr lang="en-US" sz="2000" b="0" dirty="0">
                <a:latin typeface="Calibri" panose="020F0502020204030204" pitchFamily="34" charset="0"/>
                <a:ea typeface="Calibri" panose="020F0502020204030204" pitchFamily="34" charset="0"/>
                <a:cs typeface="Calibri" panose="020F0502020204030204" pitchFamily="34" charset="0"/>
              </a:rPr>
              <a:t>4 </a:t>
            </a:r>
            <a:r>
              <a:rPr lang="en-US" sz="2000" b="0" dirty="0" err="1">
                <a:latin typeface="Calibri" panose="020F0502020204030204" pitchFamily="34" charset="0"/>
                <a:ea typeface="Calibri" panose="020F0502020204030204" pitchFamily="34" charset="0"/>
                <a:cs typeface="Calibri" panose="020F0502020204030204" pitchFamily="34" charset="0"/>
              </a:rPr>
              <a:t>mers</a:t>
            </a:r>
            <a:endParaRPr lang="en-IN" sz="1600" b="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72987FF-9938-901F-5D73-383F4EA2AF58}"/>
              </a:ext>
            </a:extLst>
          </p:cNvPr>
          <p:cNvPicPr>
            <a:picLocks noChangeAspect="1"/>
          </p:cNvPicPr>
          <p:nvPr/>
        </p:nvPicPr>
        <p:blipFill>
          <a:blip r:embed="rId2"/>
          <a:stretch>
            <a:fillRect/>
          </a:stretch>
        </p:blipFill>
        <p:spPr>
          <a:xfrm>
            <a:off x="204470" y="2957195"/>
            <a:ext cx="5820419" cy="2910210"/>
          </a:xfrm>
          <a:prstGeom prst="rect">
            <a:avLst/>
          </a:prstGeom>
        </p:spPr>
      </p:pic>
      <p:pic>
        <p:nvPicPr>
          <p:cNvPr id="8" name="Picture 7">
            <a:extLst>
              <a:ext uri="{FF2B5EF4-FFF2-40B4-BE49-F238E27FC236}">
                <a16:creationId xmlns:a16="http://schemas.microsoft.com/office/drawing/2014/main" id="{34982DC7-249D-A4ED-15B7-D1F195CF2BF9}"/>
              </a:ext>
            </a:extLst>
          </p:cNvPr>
          <p:cNvPicPr>
            <a:picLocks noChangeAspect="1"/>
          </p:cNvPicPr>
          <p:nvPr/>
        </p:nvPicPr>
        <p:blipFill>
          <a:blip r:embed="rId3"/>
          <a:stretch>
            <a:fillRect/>
          </a:stretch>
        </p:blipFill>
        <p:spPr>
          <a:xfrm>
            <a:off x="5962642" y="2854961"/>
            <a:ext cx="6024888" cy="3012444"/>
          </a:xfrm>
          <a:prstGeom prst="rect">
            <a:avLst/>
          </a:prstGeom>
        </p:spPr>
      </p:pic>
    </p:spTree>
    <p:extLst>
      <p:ext uri="{BB962C8B-B14F-4D97-AF65-F5344CB8AC3E}">
        <p14:creationId xmlns:p14="http://schemas.microsoft.com/office/powerpoint/2010/main" val="3676613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F64E4-743D-93A8-88A9-C59DD45A195F}"/>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A9A477C9-9294-608E-934B-1AC1835A7372}"/>
              </a:ext>
            </a:extLst>
          </p:cNvPr>
          <p:cNvPicPr>
            <a:picLocks noChangeAspect="1"/>
          </p:cNvPicPr>
          <p:nvPr/>
        </p:nvPicPr>
        <p:blipFill>
          <a:blip r:embed="rId2"/>
          <a:stretch>
            <a:fillRect/>
          </a:stretch>
        </p:blipFill>
        <p:spPr>
          <a:xfrm>
            <a:off x="419100" y="1145177"/>
            <a:ext cx="11353800" cy="4865914"/>
          </a:xfrm>
          <a:prstGeom prst="rect">
            <a:avLst/>
          </a:prstGeom>
        </p:spPr>
      </p:pic>
    </p:spTree>
    <p:extLst>
      <p:ext uri="{BB962C8B-B14F-4D97-AF65-F5344CB8AC3E}">
        <p14:creationId xmlns:p14="http://schemas.microsoft.com/office/powerpoint/2010/main" val="2645818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2875B-8588-E47C-AFB2-7E469A7E7F4D}"/>
              </a:ext>
            </a:extLst>
          </p:cNvPr>
          <p:cNvSpPr>
            <a:spLocks noGrp="1"/>
          </p:cNvSpPr>
          <p:nvPr>
            <p:ph type="title"/>
          </p:nvPr>
        </p:nvSpPr>
        <p:spPr/>
        <p:txBody>
          <a:bodyPr/>
          <a:lstStyle/>
          <a:p>
            <a:r>
              <a:rPr lang="en-IN" sz="2400" dirty="0"/>
              <a:t>EDTA Fragment Length Distribution</a:t>
            </a:r>
          </a:p>
        </p:txBody>
      </p:sp>
      <p:sp>
        <p:nvSpPr>
          <p:cNvPr id="4" name="Text Placeholder 3">
            <a:extLst>
              <a:ext uri="{FF2B5EF4-FFF2-40B4-BE49-F238E27FC236}">
                <a16:creationId xmlns:a16="http://schemas.microsoft.com/office/drawing/2014/main" id="{29A94F04-D808-001E-8F23-2052A7739F97}"/>
              </a:ext>
            </a:extLst>
          </p:cNvPr>
          <p:cNvSpPr>
            <a:spLocks noGrp="1"/>
          </p:cNvSpPr>
          <p:nvPr>
            <p:ph type="body" sz="quarter" idx="10"/>
          </p:nvPr>
        </p:nvSpPr>
        <p:spPr/>
        <p:txBody>
          <a:bodyPr/>
          <a:lstStyle/>
          <a:p>
            <a:r>
              <a:rPr lang="en-US" sz="2000" b="0" dirty="0">
                <a:solidFill>
                  <a:schemeClr val="tx1"/>
                </a:solidFill>
              </a:rPr>
              <a:t>Cancer samples remain tightly centered at </a:t>
            </a:r>
            <a:r>
              <a:rPr lang="en-US" sz="2000" b="0" dirty="0" err="1">
                <a:solidFill>
                  <a:schemeClr val="tx1"/>
                </a:solidFill>
              </a:rPr>
              <a:t>nucleosomal</a:t>
            </a:r>
            <a:r>
              <a:rPr lang="en-US" sz="2000" b="0" dirty="0">
                <a:solidFill>
                  <a:schemeClr val="tx1"/>
                </a:solidFill>
              </a:rPr>
              <a:t> length (150 bp), while healthy samples show relatively broader fragmentation with higher contribution from shorter fragments. This suggests differences in chromatin protection and fragmentation mechanisms.</a:t>
            </a:r>
            <a:endParaRPr lang="en-IN" sz="2000" b="0" dirty="0">
              <a:solidFill>
                <a:schemeClr val="tx1"/>
              </a:solidFill>
            </a:endParaRPr>
          </a:p>
        </p:txBody>
      </p:sp>
      <p:pic>
        <p:nvPicPr>
          <p:cNvPr id="7" name="Picture Placeholder 6">
            <a:extLst>
              <a:ext uri="{FF2B5EF4-FFF2-40B4-BE49-F238E27FC236}">
                <a16:creationId xmlns:a16="http://schemas.microsoft.com/office/drawing/2014/main" id="{036D9CBE-9DBC-A5C7-5705-BBA168562EEC}"/>
              </a:ext>
            </a:extLst>
          </p:cNvPr>
          <p:cNvPicPr>
            <a:picLocks noGrp="1" noChangeAspect="1"/>
          </p:cNvPicPr>
          <p:nvPr>
            <p:ph type="pic" sz="quarter" idx="11"/>
          </p:nvPr>
        </p:nvPicPr>
        <p:blipFill>
          <a:blip r:embed="rId2"/>
          <a:srcRect l="1890" r="1890"/>
          <a:stretch>
            <a:fillRect/>
          </a:stretch>
        </p:blipFill>
        <p:spPr>
          <a:xfrm>
            <a:off x="714058" y="3221990"/>
            <a:ext cx="5048846" cy="3148330"/>
          </a:xfrm>
          <a:prstGeom prst="rect">
            <a:avLst/>
          </a:prstGeom>
        </p:spPr>
      </p:pic>
      <p:pic>
        <p:nvPicPr>
          <p:cNvPr id="9" name="Picture 8">
            <a:extLst>
              <a:ext uri="{FF2B5EF4-FFF2-40B4-BE49-F238E27FC236}">
                <a16:creationId xmlns:a16="http://schemas.microsoft.com/office/drawing/2014/main" id="{3F1D3BD3-AFAC-962A-C79C-52B4C7580CEF}"/>
              </a:ext>
            </a:extLst>
          </p:cNvPr>
          <p:cNvPicPr>
            <a:picLocks noChangeAspect="1"/>
          </p:cNvPicPr>
          <p:nvPr/>
        </p:nvPicPr>
        <p:blipFill>
          <a:blip r:embed="rId3"/>
          <a:stretch>
            <a:fillRect/>
          </a:stretch>
        </p:blipFill>
        <p:spPr>
          <a:xfrm>
            <a:off x="6096000" y="3221990"/>
            <a:ext cx="5608330" cy="3059089"/>
          </a:xfrm>
          <a:prstGeom prst="rect">
            <a:avLst/>
          </a:prstGeom>
        </p:spPr>
      </p:pic>
    </p:spTree>
    <p:extLst>
      <p:ext uri="{BB962C8B-B14F-4D97-AF65-F5344CB8AC3E}">
        <p14:creationId xmlns:p14="http://schemas.microsoft.com/office/powerpoint/2010/main" val="230069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147F-FB2F-2821-BCE0-8A855E1C62EC}"/>
              </a:ext>
            </a:extLst>
          </p:cNvPr>
          <p:cNvSpPr>
            <a:spLocks noGrp="1"/>
          </p:cNvSpPr>
          <p:nvPr>
            <p:ph type="title" idx="4294967295"/>
          </p:nvPr>
        </p:nvSpPr>
        <p:spPr>
          <a:xfrm>
            <a:off x="0" y="884238"/>
            <a:ext cx="10515600" cy="547687"/>
          </a:xfrm>
          <a:prstGeom prst="rect">
            <a:avLst/>
          </a:prstGeom>
        </p:spPr>
        <p:txBody>
          <a:bodyPr/>
          <a:lstStyle/>
          <a:p>
            <a:r>
              <a:rPr lang="en-IN" sz="2800" dirty="0"/>
              <a:t>Distribution</a:t>
            </a:r>
            <a:endParaRPr lang="en-IN" dirty="0"/>
          </a:p>
        </p:txBody>
      </p:sp>
      <p:pic>
        <p:nvPicPr>
          <p:cNvPr id="9" name="Content Placeholder 8">
            <a:extLst>
              <a:ext uri="{FF2B5EF4-FFF2-40B4-BE49-F238E27FC236}">
                <a16:creationId xmlns:a16="http://schemas.microsoft.com/office/drawing/2014/main" id="{72499B4B-C2DE-67BC-7E4C-F360B7E3FD65}"/>
              </a:ext>
            </a:extLst>
          </p:cNvPr>
          <p:cNvPicPr>
            <a:picLocks noGrp="1" noChangeAspect="1"/>
          </p:cNvPicPr>
          <p:nvPr>
            <p:ph sz="half" idx="4294967295"/>
          </p:nvPr>
        </p:nvPicPr>
        <p:blipFill>
          <a:blip r:embed="rId2"/>
          <a:stretch>
            <a:fillRect/>
          </a:stretch>
        </p:blipFill>
        <p:spPr>
          <a:xfrm>
            <a:off x="0" y="3252788"/>
            <a:ext cx="5592763" cy="3355975"/>
          </a:xfrm>
          <a:prstGeom prst="rect">
            <a:avLst/>
          </a:prstGeom>
        </p:spPr>
      </p:pic>
      <p:sp>
        <p:nvSpPr>
          <p:cNvPr id="4" name="Text Placeholder 3">
            <a:extLst>
              <a:ext uri="{FF2B5EF4-FFF2-40B4-BE49-F238E27FC236}">
                <a16:creationId xmlns:a16="http://schemas.microsoft.com/office/drawing/2014/main" id="{0A8487F4-DF80-E2B5-8B57-C8D9AD8326FD}"/>
              </a:ext>
            </a:extLst>
          </p:cNvPr>
          <p:cNvSpPr>
            <a:spLocks noGrp="1"/>
          </p:cNvSpPr>
          <p:nvPr>
            <p:ph type="body" sz="quarter" idx="4294967295"/>
          </p:nvPr>
        </p:nvSpPr>
        <p:spPr>
          <a:xfrm>
            <a:off x="6456363" y="1635125"/>
            <a:ext cx="5735637" cy="1031875"/>
          </a:xfrm>
          <a:prstGeom prst="rect">
            <a:avLst/>
          </a:prstGeom>
        </p:spPr>
        <p:txBody>
          <a:bodyPr/>
          <a:lstStyle/>
          <a:p>
            <a:pPr marL="285750" indent="-285750">
              <a:buFont typeface="Arial" panose="020B0604020202020204" pitchFamily="34" charset="0"/>
              <a:buChar char="•"/>
            </a:pPr>
            <a:r>
              <a:rPr lang="en-US" sz="1400" b="0" dirty="0">
                <a:solidFill>
                  <a:schemeClr val="tx1"/>
                </a:solidFill>
              </a:rPr>
              <a:t>Healthy samples show a higher median ratio (~0.13) with a relatively tight distribution, indicating consistent enrichment of short fragments across samples. In contrast, cancer samples display a lower median (~0.09) but much higher variability, with some samples extending to very high ratios (~0.35).</a:t>
            </a:r>
            <a:endParaRPr lang="en-IN" sz="1400" b="0" dirty="0">
              <a:solidFill>
                <a:schemeClr val="tx1"/>
              </a:solidFill>
            </a:endParaRPr>
          </a:p>
        </p:txBody>
      </p:sp>
      <p:pic>
        <p:nvPicPr>
          <p:cNvPr id="7" name="Picture Placeholder 6">
            <a:extLst>
              <a:ext uri="{FF2B5EF4-FFF2-40B4-BE49-F238E27FC236}">
                <a16:creationId xmlns:a16="http://schemas.microsoft.com/office/drawing/2014/main" id="{EECADD07-57A5-6B0A-2663-B5A7D147A0A8}"/>
              </a:ext>
            </a:extLst>
          </p:cNvPr>
          <p:cNvPicPr>
            <a:picLocks noGrp="1" noChangeAspect="1"/>
          </p:cNvPicPr>
          <p:nvPr>
            <p:ph type="pic" sz="quarter" idx="4294967295"/>
          </p:nvPr>
        </p:nvPicPr>
        <p:blipFill>
          <a:blip r:embed="rId3"/>
          <a:srcRect t="13625" b="13625"/>
          <a:stretch>
            <a:fillRect/>
          </a:stretch>
        </p:blipFill>
        <p:spPr>
          <a:xfrm>
            <a:off x="7081838" y="3252788"/>
            <a:ext cx="5110162" cy="3186112"/>
          </a:xfrm>
          <a:prstGeom prst="rect">
            <a:avLst/>
          </a:prstGeom>
        </p:spPr>
      </p:pic>
      <p:sp>
        <p:nvSpPr>
          <p:cNvPr id="10" name="Rectangle 1">
            <a:extLst>
              <a:ext uri="{FF2B5EF4-FFF2-40B4-BE49-F238E27FC236}">
                <a16:creationId xmlns:a16="http://schemas.microsoft.com/office/drawing/2014/main" id="{07FE8EB9-1F57-6CFF-DCBF-731CC9FF2910}"/>
              </a:ext>
            </a:extLst>
          </p:cNvPr>
          <p:cNvSpPr>
            <a:spLocks noChangeArrowheads="1"/>
          </p:cNvSpPr>
          <p:nvPr/>
        </p:nvSpPr>
        <p:spPr bwMode="auto">
          <a:xfrm rot="10800000" flipV="1">
            <a:off x="360680" y="1436676"/>
            <a:ext cx="352044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 Negative region (60–140 bp) → Healthy higher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 Positive region (150–170 bp) → Cancer higher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 Strongest signals: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chemeClr val="tx1"/>
                </a:solidFill>
                <a:effectLst/>
                <a:latin typeface="Arial" panose="020B0604020202020204" pitchFamily="34" charset="0"/>
              </a:rPr>
              <a:t>   +0.85% at 150 bp (Cancer enrichment)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chemeClr val="tx1"/>
                </a:solidFill>
                <a:effectLst/>
                <a:latin typeface="Arial" panose="020B0604020202020204" pitchFamily="34" charset="0"/>
              </a:rPr>
              <a:t>   −0.55% at 60 bp (Healthy enrichment)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8493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E10AE0-5EBB-97D3-E3F4-A0CBF38926ED}"/>
              </a:ext>
            </a:extLst>
          </p:cNvPr>
          <p:cNvPicPr>
            <a:picLocks noChangeAspect="1"/>
          </p:cNvPicPr>
          <p:nvPr/>
        </p:nvPicPr>
        <p:blipFill>
          <a:blip r:embed="rId2"/>
          <a:stretch>
            <a:fillRect/>
          </a:stretch>
        </p:blipFill>
        <p:spPr>
          <a:xfrm>
            <a:off x="1778905" y="981596"/>
            <a:ext cx="7839657" cy="5749081"/>
          </a:xfrm>
          <a:prstGeom prst="rect">
            <a:avLst/>
          </a:prstGeom>
        </p:spPr>
      </p:pic>
    </p:spTree>
    <p:extLst>
      <p:ext uri="{BB962C8B-B14F-4D97-AF65-F5344CB8AC3E}">
        <p14:creationId xmlns:p14="http://schemas.microsoft.com/office/powerpoint/2010/main" val="826286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78F7-DAC9-A8B5-2CC6-9E0D61044C30}"/>
              </a:ext>
            </a:extLst>
          </p:cNvPr>
          <p:cNvSpPr>
            <a:spLocks noGrp="1"/>
          </p:cNvSpPr>
          <p:nvPr>
            <p:ph type="title"/>
          </p:nvPr>
        </p:nvSpPr>
        <p:spPr>
          <a:xfrm>
            <a:off x="360680" y="983462"/>
            <a:ext cx="10515600" cy="547688"/>
          </a:xfrm>
        </p:spPr>
        <p:txBody>
          <a:bodyPr/>
          <a:lstStyle/>
          <a:p>
            <a:r>
              <a:rPr lang="en-IN" sz="2000" b="0" dirty="0"/>
              <a:t>Small  Sample Test</a:t>
            </a:r>
          </a:p>
        </p:txBody>
      </p:sp>
      <p:pic>
        <p:nvPicPr>
          <p:cNvPr id="7" name="Picture 6">
            <a:extLst>
              <a:ext uri="{FF2B5EF4-FFF2-40B4-BE49-F238E27FC236}">
                <a16:creationId xmlns:a16="http://schemas.microsoft.com/office/drawing/2014/main" id="{0B939F01-E0F9-45D8-0B81-9EF97698E3B3}"/>
              </a:ext>
            </a:extLst>
          </p:cNvPr>
          <p:cNvPicPr>
            <a:picLocks noChangeAspect="1"/>
          </p:cNvPicPr>
          <p:nvPr/>
        </p:nvPicPr>
        <p:blipFill>
          <a:blip r:embed="rId2"/>
          <a:stretch>
            <a:fillRect/>
          </a:stretch>
        </p:blipFill>
        <p:spPr>
          <a:xfrm>
            <a:off x="193040" y="3032760"/>
            <a:ext cx="5902960" cy="2735409"/>
          </a:xfrm>
          <a:prstGeom prst="rect">
            <a:avLst/>
          </a:prstGeom>
        </p:spPr>
      </p:pic>
      <p:sp>
        <p:nvSpPr>
          <p:cNvPr id="9" name="TextBox 8">
            <a:extLst>
              <a:ext uri="{FF2B5EF4-FFF2-40B4-BE49-F238E27FC236}">
                <a16:creationId xmlns:a16="http://schemas.microsoft.com/office/drawing/2014/main" id="{6FD99B58-11A9-9F42-87FE-DC7A984AB541}"/>
              </a:ext>
            </a:extLst>
          </p:cNvPr>
          <p:cNvSpPr txBox="1"/>
          <p:nvPr/>
        </p:nvSpPr>
        <p:spPr>
          <a:xfrm>
            <a:off x="360680" y="1531150"/>
            <a:ext cx="11120120" cy="923330"/>
          </a:xfrm>
          <a:prstGeom prst="rect">
            <a:avLst/>
          </a:prstGeom>
          <a:noFill/>
        </p:spPr>
        <p:txBody>
          <a:bodyPr wrap="square">
            <a:spAutoFit/>
          </a:bodyPr>
          <a:lstStyle/>
          <a:p>
            <a:r>
              <a:rPr lang="en-US" dirty="0"/>
              <a:t>“Manual validation of individual samples confirms that healthy samples consistently show higher short-to-long fragment ratios than cancer samples in the EDTA cohort. This contrasts with the Streck cohort and reflects increased variability and potential background DNA contamination in EDTA samples rather than a labeling or pipeline error.”</a:t>
            </a:r>
            <a:endParaRPr lang="en-IN" dirty="0"/>
          </a:p>
        </p:txBody>
      </p:sp>
      <p:pic>
        <p:nvPicPr>
          <p:cNvPr id="11" name="Picture 10">
            <a:extLst>
              <a:ext uri="{FF2B5EF4-FFF2-40B4-BE49-F238E27FC236}">
                <a16:creationId xmlns:a16="http://schemas.microsoft.com/office/drawing/2014/main" id="{4D08B215-8445-F50C-F6B2-4AD38F10DD9D}"/>
              </a:ext>
            </a:extLst>
          </p:cNvPr>
          <p:cNvPicPr>
            <a:picLocks noChangeAspect="1"/>
          </p:cNvPicPr>
          <p:nvPr/>
        </p:nvPicPr>
        <p:blipFill>
          <a:blip r:embed="rId3"/>
          <a:stretch>
            <a:fillRect/>
          </a:stretch>
        </p:blipFill>
        <p:spPr>
          <a:xfrm>
            <a:off x="6520997" y="3752397"/>
            <a:ext cx="1933845" cy="1933845"/>
          </a:xfrm>
          <a:prstGeom prst="rect">
            <a:avLst/>
          </a:prstGeom>
        </p:spPr>
      </p:pic>
      <p:pic>
        <p:nvPicPr>
          <p:cNvPr id="13" name="Picture 12">
            <a:extLst>
              <a:ext uri="{FF2B5EF4-FFF2-40B4-BE49-F238E27FC236}">
                <a16:creationId xmlns:a16="http://schemas.microsoft.com/office/drawing/2014/main" id="{74C22940-B8C2-A00F-9489-E04D29D2CD1B}"/>
              </a:ext>
            </a:extLst>
          </p:cNvPr>
          <p:cNvPicPr>
            <a:picLocks noChangeAspect="1"/>
          </p:cNvPicPr>
          <p:nvPr/>
        </p:nvPicPr>
        <p:blipFill>
          <a:blip r:embed="rId4"/>
          <a:stretch>
            <a:fillRect/>
          </a:stretch>
        </p:blipFill>
        <p:spPr>
          <a:xfrm>
            <a:off x="9428479" y="3733344"/>
            <a:ext cx="1800476" cy="1952898"/>
          </a:xfrm>
          <a:prstGeom prst="rect">
            <a:avLst/>
          </a:prstGeom>
        </p:spPr>
      </p:pic>
    </p:spTree>
    <p:extLst>
      <p:ext uri="{BB962C8B-B14F-4D97-AF65-F5344CB8AC3E}">
        <p14:creationId xmlns:p14="http://schemas.microsoft.com/office/powerpoint/2010/main" val="3304395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EA45-9BB9-438B-2468-6F622B14473F}"/>
              </a:ext>
            </a:extLst>
          </p:cNvPr>
          <p:cNvSpPr>
            <a:spLocks noGrp="1"/>
          </p:cNvSpPr>
          <p:nvPr>
            <p:ph type="title"/>
          </p:nvPr>
        </p:nvSpPr>
        <p:spPr/>
        <p:txBody>
          <a:bodyPr/>
          <a:lstStyle/>
          <a:p>
            <a:r>
              <a:rPr lang="en-IN" sz="2400" dirty="0">
                <a:latin typeface="+mj-lt"/>
              </a:rPr>
              <a:t>EDTA end Motifs (5-mers)</a:t>
            </a:r>
          </a:p>
        </p:txBody>
      </p:sp>
      <p:pic>
        <p:nvPicPr>
          <p:cNvPr id="7" name="Picture 6">
            <a:extLst>
              <a:ext uri="{FF2B5EF4-FFF2-40B4-BE49-F238E27FC236}">
                <a16:creationId xmlns:a16="http://schemas.microsoft.com/office/drawing/2014/main" id="{9DBD4AB7-F7CA-0F6F-71B6-20FE1C02246C}"/>
              </a:ext>
            </a:extLst>
          </p:cNvPr>
          <p:cNvPicPr>
            <a:picLocks noChangeAspect="1"/>
          </p:cNvPicPr>
          <p:nvPr/>
        </p:nvPicPr>
        <p:blipFill>
          <a:blip r:embed="rId2"/>
          <a:stretch>
            <a:fillRect/>
          </a:stretch>
        </p:blipFill>
        <p:spPr>
          <a:xfrm>
            <a:off x="6137094" y="2241300"/>
            <a:ext cx="5898605" cy="3682348"/>
          </a:xfrm>
          <a:prstGeom prst="rect">
            <a:avLst/>
          </a:prstGeom>
        </p:spPr>
      </p:pic>
      <p:pic>
        <p:nvPicPr>
          <p:cNvPr id="9" name="Picture 8">
            <a:extLst>
              <a:ext uri="{FF2B5EF4-FFF2-40B4-BE49-F238E27FC236}">
                <a16:creationId xmlns:a16="http://schemas.microsoft.com/office/drawing/2014/main" id="{04274D7A-5720-39C1-75A7-39DF2ABD38C0}"/>
              </a:ext>
            </a:extLst>
          </p:cNvPr>
          <p:cNvPicPr>
            <a:picLocks noChangeAspect="1"/>
          </p:cNvPicPr>
          <p:nvPr/>
        </p:nvPicPr>
        <p:blipFill>
          <a:blip r:embed="rId3"/>
          <a:stretch>
            <a:fillRect/>
          </a:stretch>
        </p:blipFill>
        <p:spPr>
          <a:xfrm>
            <a:off x="-1" y="2241300"/>
            <a:ext cx="6054909" cy="3804497"/>
          </a:xfrm>
          <a:prstGeom prst="rect">
            <a:avLst/>
          </a:prstGeom>
        </p:spPr>
      </p:pic>
    </p:spTree>
    <p:extLst>
      <p:ext uri="{BB962C8B-B14F-4D97-AF65-F5344CB8AC3E}">
        <p14:creationId xmlns:p14="http://schemas.microsoft.com/office/powerpoint/2010/main" val="3728915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4A0F-7F3F-950C-5252-9F7E1E6A09ED}"/>
              </a:ext>
            </a:extLst>
          </p:cNvPr>
          <p:cNvSpPr>
            <a:spLocks noGrp="1"/>
          </p:cNvSpPr>
          <p:nvPr>
            <p:ph type="title"/>
          </p:nvPr>
        </p:nvSpPr>
        <p:spPr>
          <a:xfrm>
            <a:off x="203499" y="862140"/>
            <a:ext cx="10515600" cy="547688"/>
          </a:xfrm>
        </p:spPr>
        <p:txBody>
          <a:bodyPr/>
          <a:lstStyle/>
          <a:p>
            <a:r>
              <a:rPr lang="en-IN" sz="2000" dirty="0">
                <a:latin typeface="+mj-lt"/>
              </a:rPr>
              <a:t>EDTA vs </a:t>
            </a:r>
            <a:r>
              <a:rPr lang="en-IN" sz="2000" dirty="0" err="1">
                <a:latin typeface="+mj-lt"/>
              </a:rPr>
              <a:t>Streack</a:t>
            </a:r>
            <a:endParaRPr lang="en-IN" sz="2000" dirty="0">
              <a:latin typeface="+mj-lt"/>
            </a:endParaRPr>
          </a:p>
        </p:txBody>
      </p:sp>
      <p:pic>
        <p:nvPicPr>
          <p:cNvPr id="7" name="Picture 6">
            <a:extLst>
              <a:ext uri="{FF2B5EF4-FFF2-40B4-BE49-F238E27FC236}">
                <a16:creationId xmlns:a16="http://schemas.microsoft.com/office/drawing/2014/main" id="{A1700A24-2198-E395-B6EE-147DD326036B}"/>
              </a:ext>
            </a:extLst>
          </p:cNvPr>
          <p:cNvPicPr>
            <a:picLocks noChangeAspect="1"/>
          </p:cNvPicPr>
          <p:nvPr/>
        </p:nvPicPr>
        <p:blipFill>
          <a:blip r:embed="rId3"/>
          <a:stretch>
            <a:fillRect/>
          </a:stretch>
        </p:blipFill>
        <p:spPr>
          <a:xfrm>
            <a:off x="492152" y="1459974"/>
            <a:ext cx="11018530" cy="2475539"/>
          </a:xfrm>
          <a:prstGeom prst="rect">
            <a:avLst/>
          </a:prstGeom>
        </p:spPr>
      </p:pic>
      <p:sp>
        <p:nvSpPr>
          <p:cNvPr id="9" name="TextBox 8">
            <a:extLst>
              <a:ext uri="{FF2B5EF4-FFF2-40B4-BE49-F238E27FC236}">
                <a16:creationId xmlns:a16="http://schemas.microsoft.com/office/drawing/2014/main" id="{FF8B41D9-3419-B600-1E61-A6379C292046}"/>
              </a:ext>
            </a:extLst>
          </p:cNvPr>
          <p:cNvSpPr txBox="1"/>
          <p:nvPr/>
        </p:nvSpPr>
        <p:spPr>
          <a:xfrm>
            <a:off x="5416476" y="1275308"/>
            <a:ext cx="6094206" cy="369332"/>
          </a:xfrm>
          <a:prstGeom prst="rect">
            <a:avLst/>
          </a:prstGeom>
          <a:noFill/>
        </p:spPr>
        <p:txBody>
          <a:bodyPr wrap="square">
            <a:spAutoFit/>
          </a:bodyPr>
          <a:lstStyle/>
          <a:p>
            <a:r>
              <a:rPr lang="en-IN" sz="1800" b="1" dirty="0">
                <a:latin typeface="+mj-lt"/>
              </a:rPr>
              <a:t>EDTA</a:t>
            </a:r>
            <a:endParaRPr lang="en-IN" b="1" dirty="0"/>
          </a:p>
        </p:txBody>
      </p:sp>
      <p:pic>
        <p:nvPicPr>
          <p:cNvPr id="11" name="Picture 10">
            <a:extLst>
              <a:ext uri="{FF2B5EF4-FFF2-40B4-BE49-F238E27FC236}">
                <a16:creationId xmlns:a16="http://schemas.microsoft.com/office/drawing/2014/main" id="{4848E3DF-E58F-BA0C-AC69-158E234D03E3}"/>
              </a:ext>
            </a:extLst>
          </p:cNvPr>
          <p:cNvPicPr>
            <a:picLocks noChangeAspect="1"/>
          </p:cNvPicPr>
          <p:nvPr/>
        </p:nvPicPr>
        <p:blipFill>
          <a:blip r:embed="rId4"/>
          <a:stretch>
            <a:fillRect/>
          </a:stretch>
        </p:blipFill>
        <p:spPr>
          <a:xfrm>
            <a:off x="776225" y="4212513"/>
            <a:ext cx="10450383" cy="2645488"/>
          </a:xfrm>
          <a:prstGeom prst="rect">
            <a:avLst/>
          </a:prstGeom>
        </p:spPr>
      </p:pic>
      <p:sp>
        <p:nvSpPr>
          <p:cNvPr id="13" name="TextBox 12">
            <a:extLst>
              <a:ext uri="{FF2B5EF4-FFF2-40B4-BE49-F238E27FC236}">
                <a16:creationId xmlns:a16="http://schemas.microsoft.com/office/drawing/2014/main" id="{FDBBA513-D86F-ADCA-F665-4C2BA29FCC30}"/>
              </a:ext>
            </a:extLst>
          </p:cNvPr>
          <p:cNvSpPr txBox="1"/>
          <p:nvPr/>
        </p:nvSpPr>
        <p:spPr>
          <a:xfrm>
            <a:off x="5461299" y="3843180"/>
            <a:ext cx="6094206" cy="369332"/>
          </a:xfrm>
          <a:prstGeom prst="rect">
            <a:avLst/>
          </a:prstGeom>
          <a:noFill/>
        </p:spPr>
        <p:txBody>
          <a:bodyPr wrap="square">
            <a:spAutoFit/>
          </a:bodyPr>
          <a:lstStyle/>
          <a:p>
            <a:r>
              <a:rPr lang="en-IN" sz="1800" b="1" dirty="0" err="1">
                <a:latin typeface="+mj-lt"/>
              </a:rPr>
              <a:t>Streack</a:t>
            </a:r>
            <a:endParaRPr lang="en-IN" b="1" dirty="0"/>
          </a:p>
        </p:txBody>
      </p:sp>
    </p:spTree>
    <p:extLst>
      <p:ext uri="{BB962C8B-B14F-4D97-AF65-F5344CB8AC3E}">
        <p14:creationId xmlns:p14="http://schemas.microsoft.com/office/powerpoint/2010/main" val="2332073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A3E7A6-BFFF-87C2-5794-A69A2EB3B655}"/>
              </a:ext>
            </a:extLst>
          </p:cNvPr>
          <p:cNvSpPr txBox="1"/>
          <p:nvPr/>
        </p:nvSpPr>
        <p:spPr>
          <a:xfrm>
            <a:off x="836270" y="1432779"/>
            <a:ext cx="10611091" cy="1477328"/>
          </a:xfrm>
          <a:prstGeom prst="rect">
            <a:avLst/>
          </a:prstGeom>
          <a:noFill/>
        </p:spPr>
        <p:txBody>
          <a:bodyPr wrap="square">
            <a:spAutoFit/>
          </a:bodyPr>
          <a:lstStyle/>
          <a:p>
            <a:r>
              <a:rPr lang="en-US" b="1" i="0" dirty="0">
                <a:solidFill>
                  <a:srgbClr val="0D0D0D"/>
                </a:solidFill>
                <a:effectLst/>
                <a:latin typeface="-apple-system"/>
              </a:rPr>
              <a:t>This motif is not dramatically more common overall, but the fragments carrying it are shifted longer in cancer by about 3–4 bp. Because fragment lengths vary widely within each group, the standardized effect size remains small, so the two groups still overlap heavily. However, published cfDNA </a:t>
            </a:r>
            <a:r>
              <a:rPr lang="en-US" b="1" i="0" dirty="0" err="1">
                <a:solidFill>
                  <a:srgbClr val="0D0D0D"/>
                </a:solidFill>
                <a:effectLst/>
                <a:latin typeface="-apple-system"/>
              </a:rPr>
              <a:t>fragmentomics</a:t>
            </a:r>
            <a:r>
              <a:rPr lang="en-US" b="1" i="0" dirty="0">
                <a:solidFill>
                  <a:srgbClr val="0D0D0D"/>
                </a:solidFill>
                <a:effectLst/>
                <a:latin typeface="-apple-system"/>
              </a:rPr>
              <a:t> studies show that shifts of only a few base pairs can still be diagnostically meaningful when they are consistent and embedded in broader fragmentation pattern</a:t>
            </a:r>
            <a:endParaRPr lang="en-IN" dirty="0"/>
          </a:p>
        </p:txBody>
      </p:sp>
      <p:sp>
        <p:nvSpPr>
          <p:cNvPr id="9" name="TextBox 8">
            <a:extLst>
              <a:ext uri="{FF2B5EF4-FFF2-40B4-BE49-F238E27FC236}">
                <a16:creationId xmlns:a16="http://schemas.microsoft.com/office/drawing/2014/main" id="{F81C0CB5-A100-B1F0-DC0D-17BFC4881C0F}"/>
              </a:ext>
            </a:extLst>
          </p:cNvPr>
          <p:cNvSpPr txBox="1"/>
          <p:nvPr/>
        </p:nvSpPr>
        <p:spPr>
          <a:xfrm>
            <a:off x="836270" y="1063447"/>
            <a:ext cx="6094070" cy="369332"/>
          </a:xfrm>
          <a:prstGeom prst="rect">
            <a:avLst/>
          </a:prstGeom>
          <a:noFill/>
        </p:spPr>
        <p:txBody>
          <a:bodyPr wrap="square">
            <a:spAutoFit/>
          </a:bodyPr>
          <a:lstStyle/>
          <a:p>
            <a:r>
              <a:rPr lang="en-IN" b="1" i="0" dirty="0">
                <a:solidFill>
                  <a:srgbClr val="0D0D0D"/>
                </a:solidFill>
                <a:effectLst/>
                <a:latin typeface="-apple-system"/>
              </a:rPr>
              <a:t> 3′ TCTCA</a:t>
            </a:r>
            <a:endParaRPr lang="en-IN" b="1" dirty="0"/>
          </a:p>
        </p:txBody>
      </p:sp>
    </p:spTree>
    <p:extLst>
      <p:ext uri="{BB962C8B-B14F-4D97-AF65-F5344CB8AC3E}">
        <p14:creationId xmlns:p14="http://schemas.microsoft.com/office/powerpoint/2010/main" val="2973191251"/>
      </p:ext>
    </p:extLst>
  </p:cSld>
  <p:clrMapOvr>
    <a:masterClrMapping/>
  </p:clrMapOvr>
</p:sld>
</file>

<file path=ppt/theme/theme1.xml><?xml version="1.0" encoding="utf-8"?>
<a:theme xmlns:a="http://schemas.openxmlformats.org/drawingml/2006/main" name="Office Theme">
  <a:themeElements>
    <a:clrScheme name="WashU">
      <a:dk1>
        <a:srgbClr val="404040"/>
      </a:dk1>
      <a:lt1>
        <a:srgbClr val="FFFFFF"/>
      </a:lt1>
      <a:dk2>
        <a:srgbClr val="BA0B2F"/>
      </a:dk2>
      <a:lt2>
        <a:srgbClr val="D9D9D9"/>
      </a:lt2>
      <a:accent1>
        <a:srgbClr val="971B2F"/>
      </a:accent1>
      <a:accent2>
        <a:srgbClr val="205732"/>
      </a:accent2>
      <a:accent3>
        <a:srgbClr val="D8D9D6"/>
      </a:accent3>
      <a:accent4>
        <a:srgbClr val="007D8A"/>
      </a:accent4>
      <a:accent5>
        <a:srgbClr val="B5E3D8"/>
      </a:accent5>
      <a:accent6>
        <a:srgbClr val="404040"/>
      </a:accent6>
      <a:hlink>
        <a:srgbClr val="971B2F"/>
      </a:hlink>
      <a:folHlink>
        <a:srgbClr val="971B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2498</TotalTime>
  <Words>780</Words>
  <Application>Microsoft Office PowerPoint</Application>
  <PresentationFormat>Widescreen</PresentationFormat>
  <Paragraphs>72</Paragraphs>
  <Slides>19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Aptos</vt:lpstr>
      <vt:lpstr>Arial</vt:lpstr>
      <vt:lpstr>Calibri</vt:lpstr>
      <vt:lpstr>Georgia</vt:lpstr>
      <vt:lpstr>Office Theme</vt:lpstr>
      <vt:lpstr>Fragmentomics:- Analysis of cfDNA</vt:lpstr>
      <vt:lpstr>Study Goal                                 Current Progress </vt:lpstr>
      <vt:lpstr>EXPERIMENTAL DESIGN </vt:lpstr>
      <vt:lpstr>PowerPoint Presentation</vt:lpstr>
      <vt:lpstr>WGS_all sample_lenght</vt:lpstr>
      <vt:lpstr>The violin plot highlights a broader and elevated distribution in cancer samples, whereas healthy samples remain tightly concentrated at lower ratios and the boxplot demonstrates that cancer samples have a significantly higher median short/long ratio (0.274) compared to healthy samples (0.139), with a wider spread </vt:lpstr>
      <vt:lpstr>Overall, cancer samples exhibit approximately 2× higher short-to-long fragment ratios, along with increased variability, supporting the presence of enhanced DNA fragmentation and disrupted chromatin organization. </vt:lpstr>
      <vt:lpstr>PowerPoint Presentation</vt:lpstr>
      <vt:lpstr>Simplifies version</vt:lpstr>
      <vt:lpstr>Fold Change</vt:lpstr>
      <vt:lpstr>Compared with 4-mer analysis, 5-mer end-motif profiling showed clearer motif-specific differences between healthy and cancer WGS samples, particularly at the 5′ fragment end. Healthy samples were relatively enriched for motifs such as GATCG, whereas cancer samples showed relatively higher enrichment of several C/A-rich 5-mers including CCCAG, CCCAA, CCAAA, TAAAA, and AAAAA. In contrast, 3′ end differences were more modest, suggesting that the strongest discriminatory sequence signal is present at the 5′ end.  4 mers</vt:lpstr>
      <vt:lpstr>PowerPoint Presentation</vt:lpstr>
      <vt:lpstr>EDTA Fragment Length Distribution</vt:lpstr>
      <vt:lpstr>Distribution</vt:lpstr>
      <vt:lpstr>PowerPoint Presentation</vt:lpstr>
      <vt:lpstr>Small  Sample Test</vt:lpstr>
      <vt:lpstr>EDTA end Motifs (5-mers)</vt:lpstr>
      <vt:lpstr>EDTA vs Streack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Larkin, Kayse</dc:creator>
  <cp:lastModifiedBy>devansh pancholi</cp:lastModifiedBy>
  <cp:revision>88</cp:revision>
  <dcterms:created xsi:type="dcterms:W3CDTF">2024-04-15T18:51:18Z</dcterms:created>
  <dcterms:modified xsi:type="dcterms:W3CDTF">2026-05-08T03:22:35Z</dcterms:modified>
</cp:coreProperties>
</file>